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8" r:id="rId3"/>
    <p:sldId id="257" r:id="rId4"/>
    <p:sldId id="258" r:id="rId5"/>
    <p:sldId id="259" r:id="rId6"/>
    <p:sldId id="260" r:id="rId7"/>
    <p:sldId id="261" r:id="rId8"/>
    <p:sldId id="262" r:id="rId9"/>
    <p:sldId id="263" r:id="rId10"/>
    <p:sldId id="266" r:id="rId11"/>
    <p:sldId id="265" r:id="rId12"/>
    <p:sldId id="268" r:id="rId13"/>
    <p:sldId id="267" r:id="rId14"/>
    <p:sldId id="309" r:id="rId15"/>
    <p:sldId id="310" r:id="rId16"/>
    <p:sldId id="311" r:id="rId17"/>
    <p:sldId id="269" r:id="rId18"/>
    <p:sldId id="270" r:id="rId19"/>
    <p:sldId id="271" r:id="rId20"/>
    <p:sldId id="272"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3" r:id="rId40"/>
    <p:sldId id="292" r:id="rId41"/>
    <p:sldId id="294" r:id="rId42"/>
    <p:sldId id="295" r:id="rId43"/>
    <p:sldId id="296" r:id="rId44"/>
    <p:sldId id="297" r:id="rId45"/>
    <p:sldId id="298" r:id="rId46"/>
    <p:sldId id="299" r:id="rId47"/>
    <p:sldId id="305" r:id="rId48"/>
    <p:sldId id="300" r:id="rId49"/>
    <p:sldId id="301" r:id="rId50"/>
    <p:sldId id="302" r:id="rId51"/>
    <p:sldId id="303" r:id="rId52"/>
    <p:sldId id="304" r:id="rId53"/>
    <p:sldId id="306" r:id="rId54"/>
    <p:sldId id="307"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xe101 -" userId="a3d8458f49509ae9" providerId="LiveId" clId="{64515022-298A-4D53-98AC-D99BA266258A}"/>
    <pc:docChg chg="custSel addSld modSld">
      <pc:chgData name="Axe101 -" userId="a3d8458f49509ae9" providerId="LiveId" clId="{64515022-298A-4D53-98AC-D99BA266258A}" dt="2021-10-14T11:41:53.163" v="170" actId="20577"/>
      <pc:docMkLst>
        <pc:docMk/>
      </pc:docMkLst>
      <pc:sldChg chg="modSp">
        <pc:chgData name="Axe101 -" userId="a3d8458f49509ae9" providerId="LiveId" clId="{64515022-298A-4D53-98AC-D99BA266258A}" dt="2021-10-14T10:18:06.729" v="124"/>
        <pc:sldMkLst>
          <pc:docMk/>
          <pc:sldMk cId="1472801351" sldId="256"/>
        </pc:sldMkLst>
        <pc:spChg chg="mod">
          <ac:chgData name="Axe101 -" userId="a3d8458f49509ae9" providerId="LiveId" clId="{64515022-298A-4D53-98AC-D99BA266258A}" dt="2021-10-14T10:18:06.729" v="124"/>
          <ac:spMkLst>
            <pc:docMk/>
            <pc:sldMk cId="1472801351" sldId="256"/>
            <ac:spMk id="6" creationId="{54BC83E2-92CA-4EF5-9434-D4F4A558C92F}"/>
          </ac:spMkLst>
        </pc:spChg>
      </pc:sldChg>
      <pc:sldChg chg="modSp">
        <pc:chgData name="Axe101 -" userId="a3d8458f49509ae9" providerId="LiveId" clId="{64515022-298A-4D53-98AC-D99BA266258A}" dt="2021-10-14T10:18:06.729" v="124"/>
        <pc:sldMkLst>
          <pc:docMk/>
          <pc:sldMk cId="3139031435" sldId="257"/>
        </pc:sldMkLst>
        <pc:spChg chg="mod">
          <ac:chgData name="Axe101 -" userId="a3d8458f49509ae9" providerId="LiveId" clId="{64515022-298A-4D53-98AC-D99BA266258A}" dt="2021-10-14T10:18:06.729" v="124"/>
          <ac:spMkLst>
            <pc:docMk/>
            <pc:sldMk cId="3139031435" sldId="257"/>
            <ac:spMk id="6" creationId="{B50E3CAA-1CF0-4E3C-B8CF-FDAEB88656BC}"/>
          </ac:spMkLst>
        </pc:spChg>
      </pc:sldChg>
      <pc:sldChg chg="modSp mod">
        <pc:chgData name="Axe101 -" userId="a3d8458f49509ae9" providerId="LiveId" clId="{64515022-298A-4D53-98AC-D99BA266258A}" dt="2021-10-14T10:37:53.934" v="161" actId="113"/>
        <pc:sldMkLst>
          <pc:docMk/>
          <pc:sldMk cId="3172653624" sldId="258"/>
        </pc:sldMkLst>
        <pc:spChg chg="mod">
          <ac:chgData name="Axe101 -" userId="a3d8458f49509ae9" providerId="LiveId" clId="{64515022-298A-4D53-98AC-D99BA266258A}" dt="2021-10-14T10:37:53.934" v="161" actId="113"/>
          <ac:spMkLst>
            <pc:docMk/>
            <pc:sldMk cId="3172653624" sldId="258"/>
            <ac:spMk id="3" creationId="{752AA7EE-3931-4AFF-9B1D-C355A9122259}"/>
          </ac:spMkLst>
        </pc:spChg>
        <pc:spChg chg="mod">
          <ac:chgData name="Axe101 -" userId="a3d8458f49509ae9" providerId="LiveId" clId="{64515022-298A-4D53-98AC-D99BA266258A}" dt="2021-10-14T10:18:06.729" v="124"/>
          <ac:spMkLst>
            <pc:docMk/>
            <pc:sldMk cId="3172653624" sldId="258"/>
            <ac:spMk id="6" creationId="{B50E3CAA-1CF0-4E3C-B8CF-FDAEB88656BC}"/>
          </ac:spMkLst>
        </pc:spChg>
      </pc:sldChg>
      <pc:sldChg chg="modSp">
        <pc:chgData name="Axe101 -" userId="a3d8458f49509ae9" providerId="LiveId" clId="{64515022-298A-4D53-98AC-D99BA266258A}" dt="2021-10-14T10:18:06.729" v="124"/>
        <pc:sldMkLst>
          <pc:docMk/>
          <pc:sldMk cId="3938914229" sldId="259"/>
        </pc:sldMkLst>
        <pc:spChg chg="mod">
          <ac:chgData name="Axe101 -" userId="a3d8458f49509ae9" providerId="LiveId" clId="{64515022-298A-4D53-98AC-D99BA266258A}" dt="2021-10-14T10:18:06.729" v="124"/>
          <ac:spMkLst>
            <pc:docMk/>
            <pc:sldMk cId="3938914229" sldId="259"/>
            <ac:spMk id="6" creationId="{B50E3CAA-1CF0-4E3C-B8CF-FDAEB88656BC}"/>
          </ac:spMkLst>
        </pc:spChg>
      </pc:sldChg>
      <pc:sldChg chg="modSp">
        <pc:chgData name="Axe101 -" userId="a3d8458f49509ae9" providerId="LiveId" clId="{64515022-298A-4D53-98AC-D99BA266258A}" dt="2021-10-14T10:18:06.729" v="124"/>
        <pc:sldMkLst>
          <pc:docMk/>
          <pc:sldMk cId="2067757640" sldId="260"/>
        </pc:sldMkLst>
        <pc:spChg chg="mod">
          <ac:chgData name="Axe101 -" userId="a3d8458f49509ae9" providerId="LiveId" clId="{64515022-298A-4D53-98AC-D99BA266258A}" dt="2021-10-14T10:18:06.729" v="124"/>
          <ac:spMkLst>
            <pc:docMk/>
            <pc:sldMk cId="2067757640" sldId="260"/>
            <ac:spMk id="6" creationId="{B50E3CAA-1CF0-4E3C-B8CF-FDAEB88656BC}"/>
          </ac:spMkLst>
        </pc:spChg>
      </pc:sldChg>
      <pc:sldChg chg="modSp">
        <pc:chgData name="Axe101 -" userId="a3d8458f49509ae9" providerId="LiveId" clId="{64515022-298A-4D53-98AC-D99BA266258A}" dt="2021-10-14T10:18:06.729" v="124"/>
        <pc:sldMkLst>
          <pc:docMk/>
          <pc:sldMk cId="3294409348" sldId="261"/>
        </pc:sldMkLst>
        <pc:spChg chg="mod">
          <ac:chgData name="Axe101 -" userId="a3d8458f49509ae9" providerId="LiveId" clId="{64515022-298A-4D53-98AC-D99BA266258A}" dt="2021-10-14T10:18:06.729" v="124"/>
          <ac:spMkLst>
            <pc:docMk/>
            <pc:sldMk cId="3294409348" sldId="261"/>
            <ac:spMk id="6" creationId="{B50E3CAA-1CF0-4E3C-B8CF-FDAEB88656BC}"/>
          </ac:spMkLst>
        </pc:spChg>
      </pc:sldChg>
      <pc:sldChg chg="modSp">
        <pc:chgData name="Axe101 -" userId="a3d8458f49509ae9" providerId="LiveId" clId="{64515022-298A-4D53-98AC-D99BA266258A}" dt="2021-10-14T10:18:06.729" v="124"/>
        <pc:sldMkLst>
          <pc:docMk/>
          <pc:sldMk cId="3129058857" sldId="262"/>
        </pc:sldMkLst>
        <pc:spChg chg="mod">
          <ac:chgData name="Axe101 -" userId="a3d8458f49509ae9" providerId="LiveId" clId="{64515022-298A-4D53-98AC-D99BA266258A}" dt="2021-10-14T10:18:06.729" v="124"/>
          <ac:spMkLst>
            <pc:docMk/>
            <pc:sldMk cId="3129058857" sldId="262"/>
            <ac:spMk id="6" creationId="{B50E3CAA-1CF0-4E3C-B8CF-FDAEB88656BC}"/>
          </ac:spMkLst>
        </pc:spChg>
      </pc:sldChg>
      <pc:sldChg chg="modSp">
        <pc:chgData name="Axe101 -" userId="a3d8458f49509ae9" providerId="LiveId" clId="{64515022-298A-4D53-98AC-D99BA266258A}" dt="2021-10-14T10:18:06.729" v="124"/>
        <pc:sldMkLst>
          <pc:docMk/>
          <pc:sldMk cId="1971913071" sldId="263"/>
        </pc:sldMkLst>
        <pc:spChg chg="mod">
          <ac:chgData name="Axe101 -" userId="a3d8458f49509ae9" providerId="LiveId" clId="{64515022-298A-4D53-98AC-D99BA266258A}" dt="2021-10-14T10:18:06.729" v="124"/>
          <ac:spMkLst>
            <pc:docMk/>
            <pc:sldMk cId="1971913071" sldId="263"/>
            <ac:spMk id="6" creationId="{B50E3CAA-1CF0-4E3C-B8CF-FDAEB88656BC}"/>
          </ac:spMkLst>
        </pc:spChg>
      </pc:sldChg>
      <pc:sldChg chg="modSp">
        <pc:chgData name="Axe101 -" userId="a3d8458f49509ae9" providerId="LiveId" clId="{64515022-298A-4D53-98AC-D99BA266258A}" dt="2021-10-14T10:18:06.729" v="124"/>
        <pc:sldMkLst>
          <pc:docMk/>
          <pc:sldMk cId="4111898750" sldId="265"/>
        </pc:sldMkLst>
        <pc:spChg chg="mod">
          <ac:chgData name="Axe101 -" userId="a3d8458f49509ae9" providerId="LiveId" clId="{64515022-298A-4D53-98AC-D99BA266258A}" dt="2021-10-14T10:18:06.729" v="124"/>
          <ac:spMkLst>
            <pc:docMk/>
            <pc:sldMk cId="4111898750" sldId="265"/>
            <ac:spMk id="6" creationId="{B50E3CAA-1CF0-4E3C-B8CF-FDAEB88656BC}"/>
          </ac:spMkLst>
        </pc:spChg>
      </pc:sldChg>
      <pc:sldChg chg="modSp">
        <pc:chgData name="Axe101 -" userId="a3d8458f49509ae9" providerId="LiveId" clId="{64515022-298A-4D53-98AC-D99BA266258A}" dt="2021-10-14T10:18:06.729" v="124"/>
        <pc:sldMkLst>
          <pc:docMk/>
          <pc:sldMk cId="2557995746" sldId="266"/>
        </pc:sldMkLst>
        <pc:spChg chg="mod">
          <ac:chgData name="Axe101 -" userId="a3d8458f49509ae9" providerId="LiveId" clId="{64515022-298A-4D53-98AC-D99BA266258A}" dt="2021-10-14T10:18:06.729" v="124"/>
          <ac:spMkLst>
            <pc:docMk/>
            <pc:sldMk cId="2557995746" sldId="266"/>
            <ac:spMk id="6" creationId="{B50E3CAA-1CF0-4E3C-B8CF-FDAEB88656BC}"/>
          </ac:spMkLst>
        </pc:spChg>
      </pc:sldChg>
      <pc:sldChg chg="addSp delSp modSp mod">
        <pc:chgData name="Axe101 -" userId="a3d8458f49509ae9" providerId="LiveId" clId="{64515022-298A-4D53-98AC-D99BA266258A}" dt="2021-10-14T10:36:08.503" v="148" actId="1076"/>
        <pc:sldMkLst>
          <pc:docMk/>
          <pc:sldMk cId="2776411699" sldId="267"/>
        </pc:sldMkLst>
        <pc:spChg chg="mod">
          <ac:chgData name="Axe101 -" userId="a3d8458f49509ae9" providerId="LiveId" clId="{64515022-298A-4D53-98AC-D99BA266258A}" dt="2021-10-14T10:18:06.729" v="124"/>
          <ac:spMkLst>
            <pc:docMk/>
            <pc:sldMk cId="2776411699" sldId="267"/>
            <ac:spMk id="6" creationId="{B50E3CAA-1CF0-4E3C-B8CF-FDAEB88656BC}"/>
          </ac:spMkLst>
        </pc:spChg>
        <pc:picChg chg="add mod">
          <ac:chgData name="Axe101 -" userId="a3d8458f49509ae9" providerId="LiveId" clId="{64515022-298A-4D53-98AC-D99BA266258A}" dt="2021-10-14T10:36:08.503" v="148" actId="1076"/>
          <ac:picMkLst>
            <pc:docMk/>
            <pc:sldMk cId="2776411699" sldId="267"/>
            <ac:picMk id="4" creationId="{6A14C477-613F-4594-BDBE-4F0FA4961451}"/>
          </ac:picMkLst>
        </pc:picChg>
        <pc:picChg chg="del">
          <ac:chgData name="Axe101 -" userId="a3d8458f49509ae9" providerId="LiveId" clId="{64515022-298A-4D53-98AC-D99BA266258A}" dt="2021-10-14T10:36:01.083" v="145" actId="478"/>
          <ac:picMkLst>
            <pc:docMk/>
            <pc:sldMk cId="2776411699" sldId="267"/>
            <ac:picMk id="9" creationId="{CBCB3700-FA57-4365-A66A-71FF1D065D46}"/>
          </ac:picMkLst>
        </pc:picChg>
      </pc:sldChg>
      <pc:sldChg chg="modSp">
        <pc:chgData name="Axe101 -" userId="a3d8458f49509ae9" providerId="LiveId" clId="{64515022-298A-4D53-98AC-D99BA266258A}" dt="2021-10-14T10:18:06.729" v="124"/>
        <pc:sldMkLst>
          <pc:docMk/>
          <pc:sldMk cId="121523142" sldId="268"/>
        </pc:sldMkLst>
        <pc:spChg chg="mod">
          <ac:chgData name="Axe101 -" userId="a3d8458f49509ae9" providerId="LiveId" clId="{64515022-298A-4D53-98AC-D99BA266258A}" dt="2021-10-14T10:18:06.729" v="124"/>
          <ac:spMkLst>
            <pc:docMk/>
            <pc:sldMk cId="121523142" sldId="268"/>
            <ac:spMk id="6" creationId="{B50E3CAA-1CF0-4E3C-B8CF-FDAEB88656BC}"/>
          </ac:spMkLst>
        </pc:spChg>
      </pc:sldChg>
      <pc:sldChg chg="modSp">
        <pc:chgData name="Axe101 -" userId="a3d8458f49509ae9" providerId="LiveId" clId="{64515022-298A-4D53-98AC-D99BA266258A}" dt="2021-10-14T10:18:06.729" v="124"/>
        <pc:sldMkLst>
          <pc:docMk/>
          <pc:sldMk cId="1222634719" sldId="269"/>
        </pc:sldMkLst>
        <pc:spChg chg="mod">
          <ac:chgData name="Axe101 -" userId="a3d8458f49509ae9" providerId="LiveId" clId="{64515022-298A-4D53-98AC-D99BA266258A}" dt="2021-10-14T10:18:06.729" v="124"/>
          <ac:spMkLst>
            <pc:docMk/>
            <pc:sldMk cId="1222634719" sldId="269"/>
            <ac:spMk id="6" creationId="{B50E3CAA-1CF0-4E3C-B8CF-FDAEB88656BC}"/>
          </ac:spMkLst>
        </pc:spChg>
      </pc:sldChg>
      <pc:sldChg chg="modSp">
        <pc:chgData name="Axe101 -" userId="a3d8458f49509ae9" providerId="LiveId" clId="{64515022-298A-4D53-98AC-D99BA266258A}" dt="2021-10-14T10:18:06.729" v="124"/>
        <pc:sldMkLst>
          <pc:docMk/>
          <pc:sldMk cId="3808579323" sldId="270"/>
        </pc:sldMkLst>
        <pc:spChg chg="mod">
          <ac:chgData name="Axe101 -" userId="a3d8458f49509ae9" providerId="LiveId" clId="{64515022-298A-4D53-98AC-D99BA266258A}" dt="2021-10-14T10:18:06.729" v="124"/>
          <ac:spMkLst>
            <pc:docMk/>
            <pc:sldMk cId="3808579323" sldId="270"/>
            <ac:spMk id="6" creationId="{B50E3CAA-1CF0-4E3C-B8CF-FDAEB88656BC}"/>
          </ac:spMkLst>
        </pc:spChg>
      </pc:sldChg>
      <pc:sldChg chg="modSp">
        <pc:chgData name="Axe101 -" userId="a3d8458f49509ae9" providerId="LiveId" clId="{64515022-298A-4D53-98AC-D99BA266258A}" dt="2021-10-14T10:18:06.729" v="124"/>
        <pc:sldMkLst>
          <pc:docMk/>
          <pc:sldMk cId="42508846" sldId="271"/>
        </pc:sldMkLst>
        <pc:spChg chg="mod">
          <ac:chgData name="Axe101 -" userId="a3d8458f49509ae9" providerId="LiveId" clId="{64515022-298A-4D53-98AC-D99BA266258A}" dt="2021-10-14T10:18:06.729" v="124"/>
          <ac:spMkLst>
            <pc:docMk/>
            <pc:sldMk cId="42508846" sldId="271"/>
            <ac:spMk id="6" creationId="{B50E3CAA-1CF0-4E3C-B8CF-FDAEB88656BC}"/>
          </ac:spMkLst>
        </pc:spChg>
      </pc:sldChg>
      <pc:sldChg chg="modSp">
        <pc:chgData name="Axe101 -" userId="a3d8458f49509ae9" providerId="LiveId" clId="{64515022-298A-4D53-98AC-D99BA266258A}" dt="2021-10-14T10:18:06.729" v="124"/>
        <pc:sldMkLst>
          <pc:docMk/>
          <pc:sldMk cId="1415121072" sldId="272"/>
        </pc:sldMkLst>
        <pc:spChg chg="mod">
          <ac:chgData name="Axe101 -" userId="a3d8458f49509ae9" providerId="LiveId" clId="{64515022-298A-4D53-98AC-D99BA266258A}" dt="2021-10-14T10:18:06.729" v="124"/>
          <ac:spMkLst>
            <pc:docMk/>
            <pc:sldMk cId="1415121072" sldId="272"/>
            <ac:spMk id="6" creationId="{B50E3CAA-1CF0-4E3C-B8CF-FDAEB88656BC}"/>
          </ac:spMkLst>
        </pc:spChg>
      </pc:sldChg>
      <pc:sldChg chg="modSp">
        <pc:chgData name="Axe101 -" userId="a3d8458f49509ae9" providerId="LiveId" clId="{64515022-298A-4D53-98AC-D99BA266258A}" dt="2021-10-14T10:18:06.729" v="124"/>
        <pc:sldMkLst>
          <pc:docMk/>
          <pc:sldMk cId="2467561321" sldId="274"/>
        </pc:sldMkLst>
        <pc:spChg chg="mod">
          <ac:chgData name="Axe101 -" userId="a3d8458f49509ae9" providerId="LiveId" clId="{64515022-298A-4D53-98AC-D99BA266258A}" dt="2021-10-14T10:18:06.729" v="124"/>
          <ac:spMkLst>
            <pc:docMk/>
            <pc:sldMk cId="2467561321" sldId="274"/>
            <ac:spMk id="6" creationId="{B50E3CAA-1CF0-4E3C-B8CF-FDAEB88656BC}"/>
          </ac:spMkLst>
        </pc:spChg>
      </pc:sldChg>
      <pc:sldChg chg="modSp">
        <pc:chgData name="Axe101 -" userId="a3d8458f49509ae9" providerId="LiveId" clId="{64515022-298A-4D53-98AC-D99BA266258A}" dt="2021-10-14T10:18:06.729" v="124"/>
        <pc:sldMkLst>
          <pc:docMk/>
          <pc:sldMk cId="3712671511" sldId="275"/>
        </pc:sldMkLst>
        <pc:spChg chg="mod">
          <ac:chgData name="Axe101 -" userId="a3d8458f49509ae9" providerId="LiveId" clId="{64515022-298A-4D53-98AC-D99BA266258A}" dt="2021-10-14T10:18:06.729" v="124"/>
          <ac:spMkLst>
            <pc:docMk/>
            <pc:sldMk cId="3712671511" sldId="275"/>
            <ac:spMk id="6" creationId="{B50E3CAA-1CF0-4E3C-B8CF-FDAEB88656BC}"/>
          </ac:spMkLst>
        </pc:spChg>
      </pc:sldChg>
      <pc:sldChg chg="modSp">
        <pc:chgData name="Axe101 -" userId="a3d8458f49509ae9" providerId="LiveId" clId="{64515022-298A-4D53-98AC-D99BA266258A}" dt="2021-10-14T10:18:06.729" v="124"/>
        <pc:sldMkLst>
          <pc:docMk/>
          <pc:sldMk cId="1420896688" sldId="276"/>
        </pc:sldMkLst>
        <pc:spChg chg="mod">
          <ac:chgData name="Axe101 -" userId="a3d8458f49509ae9" providerId="LiveId" clId="{64515022-298A-4D53-98AC-D99BA266258A}" dt="2021-10-14T10:18:06.729" v="124"/>
          <ac:spMkLst>
            <pc:docMk/>
            <pc:sldMk cId="1420896688" sldId="276"/>
            <ac:spMk id="6" creationId="{B50E3CAA-1CF0-4E3C-B8CF-FDAEB88656BC}"/>
          </ac:spMkLst>
        </pc:spChg>
      </pc:sldChg>
      <pc:sldChg chg="modSp">
        <pc:chgData name="Axe101 -" userId="a3d8458f49509ae9" providerId="LiveId" clId="{64515022-298A-4D53-98AC-D99BA266258A}" dt="2021-10-14T10:18:06.729" v="124"/>
        <pc:sldMkLst>
          <pc:docMk/>
          <pc:sldMk cId="53407748" sldId="277"/>
        </pc:sldMkLst>
        <pc:spChg chg="mod">
          <ac:chgData name="Axe101 -" userId="a3d8458f49509ae9" providerId="LiveId" clId="{64515022-298A-4D53-98AC-D99BA266258A}" dt="2021-10-14T10:18:06.729" v="124"/>
          <ac:spMkLst>
            <pc:docMk/>
            <pc:sldMk cId="53407748" sldId="277"/>
            <ac:spMk id="6" creationId="{B50E3CAA-1CF0-4E3C-B8CF-FDAEB88656BC}"/>
          </ac:spMkLst>
        </pc:spChg>
      </pc:sldChg>
      <pc:sldChg chg="modSp">
        <pc:chgData name="Axe101 -" userId="a3d8458f49509ae9" providerId="LiveId" clId="{64515022-298A-4D53-98AC-D99BA266258A}" dt="2021-10-14T10:18:06.729" v="124"/>
        <pc:sldMkLst>
          <pc:docMk/>
          <pc:sldMk cId="1054706503" sldId="278"/>
        </pc:sldMkLst>
        <pc:spChg chg="mod">
          <ac:chgData name="Axe101 -" userId="a3d8458f49509ae9" providerId="LiveId" clId="{64515022-298A-4D53-98AC-D99BA266258A}" dt="2021-10-14T10:18:06.729" v="124"/>
          <ac:spMkLst>
            <pc:docMk/>
            <pc:sldMk cId="1054706503" sldId="278"/>
            <ac:spMk id="6" creationId="{B50E3CAA-1CF0-4E3C-B8CF-FDAEB88656BC}"/>
          </ac:spMkLst>
        </pc:spChg>
      </pc:sldChg>
      <pc:sldChg chg="modSp">
        <pc:chgData name="Axe101 -" userId="a3d8458f49509ae9" providerId="LiveId" clId="{64515022-298A-4D53-98AC-D99BA266258A}" dt="2021-10-14T10:18:06.729" v="124"/>
        <pc:sldMkLst>
          <pc:docMk/>
          <pc:sldMk cId="3089434513" sldId="279"/>
        </pc:sldMkLst>
        <pc:spChg chg="mod">
          <ac:chgData name="Axe101 -" userId="a3d8458f49509ae9" providerId="LiveId" clId="{64515022-298A-4D53-98AC-D99BA266258A}" dt="2021-10-14T10:18:06.729" v="124"/>
          <ac:spMkLst>
            <pc:docMk/>
            <pc:sldMk cId="3089434513" sldId="279"/>
            <ac:spMk id="6" creationId="{B50E3CAA-1CF0-4E3C-B8CF-FDAEB88656BC}"/>
          </ac:spMkLst>
        </pc:spChg>
      </pc:sldChg>
      <pc:sldChg chg="modSp">
        <pc:chgData name="Axe101 -" userId="a3d8458f49509ae9" providerId="LiveId" clId="{64515022-298A-4D53-98AC-D99BA266258A}" dt="2021-10-14T10:18:06.729" v="124"/>
        <pc:sldMkLst>
          <pc:docMk/>
          <pc:sldMk cId="3809950632" sldId="280"/>
        </pc:sldMkLst>
        <pc:spChg chg="mod">
          <ac:chgData name="Axe101 -" userId="a3d8458f49509ae9" providerId="LiveId" clId="{64515022-298A-4D53-98AC-D99BA266258A}" dt="2021-10-14T10:18:06.729" v="124"/>
          <ac:spMkLst>
            <pc:docMk/>
            <pc:sldMk cId="3809950632" sldId="280"/>
            <ac:spMk id="6" creationId="{B50E3CAA-1CF0-4E3C-B8CF-FDAEB88656BC}"/>
          </ac:spMkLst>
        </pc:spChg>
      </pc:sldChg>
      <pc:sldChg chg="modSp">
        <pc:chgData name="Axe101 -" userId="a3d8458f49509ae9" providerId="LiveId" clId="{64515022-298A-4D53-98AC-D99BA266258A}" dt="2021-10-14T10:18:06.729" v="124"/>
        <pc:sldMkLst>
          <pc:docMk/>
          <pc:sldMk cId="54892108" sldId="281"/>
        </pc:sldMkLst>
        <pc:spChg chg="mod">
          <ac:chgData name="Axe101 -" userId="a3d8458f49509ae9" providerId="LiveId" clId="{64515022-298A-4D53-98AC-D99BA266258A}" dt="2021-10-14T10:18:06.729" v="124"/>
          <ac:spMkLst>
            <pc:docMk/>
            <pc:sldMk cId="54892108" sldId="281"/>
            <ac:spMk id="6" creationId="{B50E3CAA-1CF0-4E3C-B8CF-FDAEB88656BC}"/>
          </ac:spMkLst>
        </pc:spChg>
      </pc:sldChg>
      <pc:sldChg chg="modSp">
        <pc:chgData name="Axe101 -" userId="a3d8458f49509ae9" providerId="LiveId" clId="{64515022-298A-4D53-98AC-D99BA266258A}" dt="2021-10-14T10:18:06.729" v="124"/>
        <pc:sldMkLst>
          <pc:docMk/>
          <pc:sldMk cId="2823470817" sldId="282"/>
        </pc:sldMkLst>
        <pc:spChg chg="mod">
          <ac:chgData name="Axe101 -" userId="a3d8458f49509ae9" providerId="LiveId" clId="{64515022-298A-4D53-98AC-D99BA266258A}" dt="2021-10-14T10:18:06.729" v="124"/>
          <ac:spMkLst>
            <pc:docMk/>
            <pc:sldMk cId="2823470817" sldId="282"/>
            <ac:spMk id="6" creationId="{B50E3CAA-1CF0-4E3C-B8CF-FDAEB88656BC}"/>
          </ac:spMkLst>
        </pc:spChg>
      </pc:sldChg>
      <pc:sldChg chg="modSp">
        <pc:chgData name="Axe101 -" userId="a3d8458f49509ae9" providerId="LiveId" clId="{64515022-298A-4D53-98AC-D99BA266258A}" dt="2021-10-14T10:18:06.729" v="124"/>
        <pc:sldMkLst>
          <pc:docMk/>
          <pc:sldMk cId="3724552299" sldId="283"/>
        </pc:sldMkLst>
        <pc:spChg chg="mod">
          <ac:chgData name="Axe101 -" userId="a3d8458f49509ae9" providerId="LiveId" clId="{64515022-298A-4D53-98AC-D99BA266258A}" dt="2021-10-14T10:18:06.729" v="124"/>
          <ac:spMkLst>
            <pc:docMk/>
            <pc:sldMk cId="3724552299" sldId="283"/>
            <ac:spMk id="6" creationId="{B50E3CAA-1CF0-4E3C-B8CF-FDAEB88656BC}"/>
          </ac:spMkLst>
        </pc:spChg>
      </pc:sldChg>
      <pc:sldChg chg="modSp mod">
        <pc:chgData name="Axe101 -" userId="a3d8458f49509ae9" providerId="LiveId" clId="{64515022-298A-4D53-98AC-D99BA266258A}" dt="2021-10-14T11:41:53.163" v="170" actId="20577"/>
        <pc:sldMkLst>
          <pc:docMk/>
          <pc:sldMk cId="1711567120" sldId="284"/>
        </pc:sldMkLst>
        <pc:spChg chg="mod">
          <ac:chgData name="Axe101 -" userId="a3d8458f49509ae9" providerId="LiveId" clId="{64515022-298A-4D53-98AC-D99BA266258A}" dt="2021-10-14T11:41:53.163" v="170" actId="20577"/>
          <ac:spMkLst>
            <pc:docMk/>
            <pc:sldMk cId="1711567120" sldId="284"/>
            <ac:spMk id="2" creationId="{5BD3D3BF-3D04-4E9B-B754-3E8233A44980}"/>
          </ac:spMkLst>
        </pc:spChg>
        <pc:spChg chg="mod">
          <ac:chgData name="Axe101 -" userId="a3d8458f49509ae9" providerId="LiveId" clId="{64515022-298A-4D53-98AC-D99BA266258A}" dt="2021-10-14T10:18:06.729" v="124"/>
          <ac:spMkLst>
            <pc:docMk/>
            <pc:sldMk cId="1711567120" sldId="284"/>
            <ac:spMk id="6" creationId="{B50E3CAA-1CF0-4E3C-B8CF-FDAEB88656BC}"/>
          </ac:spMkLst>
        </pc:spChg>
      </pc:sldChg>
      <pc:sldChg chg="modSp">
        <pc:chgData name="Axe101 -" userId="a3d8458f49509ae9" providerId="LiveId" clId="{64515022-298A-4D53-98AC-D99BA266258A}" dt="2021-10-14T10:18:06.729" v="124"/>
        <pc:sldMkLst>
          <pc:docMk/>
          <pc:sldMk cId="1478887227" sldId="285"/>
        </pc:sldMkLst>
        <pc:spChg chg="mod">
          <ac:chgData name="Axe101 -" userId="a3d8458f49509ae9" providerId="LiveId" clId="{64515022-298A-4D53-98AC-D99BA266258A}" dt="2021-10-14T10:18:06.729" v="124"/>
          <ac:spMkLst>
            <pc:docMk/>
            <pc:sldMk cId="1478887227" sldId="285"/>
            <ac:spMk id="6" creationId="{B50E3CAA-1CF0-4E3C-B8CF-FDAEB88656BC}"/>
          </ac:spMkLst>
        </pc:spChg>
      </pc:sldChg>
      <pc:sldChg chg="modSp">
        <pc:chgData name="Axe101 -" userId="a3d8458f49509ae9" providerId="LiveId" clId="{64515022-298A-4D53-98AC-D99BA266258A}" dt="2021-10-14T10:18:06.729" v="124"/>
        <pc:sldMkLst>
          <pc:docMk/>
          <pc:sldMk cId="1958288673" sldId="286"/>
        </pc:sldMkLst>
        <pc:spChg chg="mod">
          <ac:chgData name="Axe101 -" userId="a3d8458f49509ae9" providerId="LiveId" clId="{64515022-298A-4D53-98AC-D99BA266258A}" dt="2021-10-14T10:18:06.729" v="124"/>
          <ac:spMkLst>
            <pc:docMk/>
            <pc:sldMk cId="1958288673" sldId="286"/>
            <ac:spMk id="6" creationId="{B50E3CAA-1CF0-4E3C-B8CF-FDAEB88656BC}"/>
          </ac:spMkLst>
        </pc:spChg>
      </pc:sldChg>
      <pc:sldChg chg="modSp">
        <pc:chgData name="Axe101 -" userId="a3d8458f49509ae9" providerId="LiveId" clId="{64515022-298A-4D53-98AC-D99BA266258A}" dt="2021-10-14T10:18:06.729" v="124"/>
        <pc:sldMkLst>
          <pc:docMk/>
          <pc:sldMk cId="1246341380" sldId="287"/>
        </pc:sldMkLst>
        <pc:spChg chg="mod">
          <ac:chgData name="Axe101 -" userId="a3d8458f49509ae9" providerId="LiveId" clId="{64515022-298A-4D53-98AC-D99BA266258A}" dt="2021-10-14T10:18:06.729" v="124"/>
          <ac:spMkLst>
            <pc:docMk/>
            <pc:sldMk cId="1246341380" sldId="287"/>
            <ac:spMk id="6" creationId="{B50E3CAA-1CF0-4E3C-B8CF-FDAEB88656BC}"/>
          </ac:spMkLst>
        </pc:spChg>
      </pc:sldChg>
      <pc:sldChg chg="modSp">
        <pc:chgData name="Axe101 -" userId="a3d8458f49509ae9" providerId="LiveId" clId="{64515022-298A-4D53-98AC-D99BA266258A}" dt="2021-10-14T10:18:06.729" v="124"/>
        <pc:sldMkLst>
          <pc:docMk/>
          <pc:sldMk cId="3562084857" sldId="288"/>
        </pc:sldMkLst>
        <pc:spChg chg="mod">
          <ac:chgData name="Axe101 -" userId="a3d8458f49509ae9" providerId="LiveId" clId="{64515022-298A-4D53-98AC-D99BA266258A}" dt="2021-10-14T10:18:06.729" v="124"/>
          <ac:spMkLst>
            <pc:docMk/>
            <pc:sldMk cId="3562084857" sldId="288"/>
            <ac:spMk id="6" creationId="{B50E3CAA-1CF0-4E3C-B8CF-FDAEB88656BC}"/>
          </ac:spMkLst>
        </pc:spChg>
      </pc:sldChg>
      <pc:sldChg chg="modSp">
        <pc:chgData name="Axe101 -" userId="a3d8458f49509ae9" providerId="LiveId" clId="{64515022-298A-4D53-98AC-D99BA266258A}" dt="2021-10-14T10:18:06.729" v="124"/>
        <pc:sldMkLst>
          <pc:docMk/>
          <pc:sldMk cId="3726598832" sldId="289"/>
        </pc:sldMkLst>
        <pc:spChg chg="mod">
          <ac:chgData name="Axe101 -" userId="a3d8458f49509ae9" providerId="LiveId" clId="{64515022-298A-4D53-98AC-D99BA266258A}" dt="2021-10-14T10:18:06.729" v="124"/>
          <ac:spMkLst>
            <pc:docMk/>
            <pc:sldMk cId="3726598832" sldId="289"/>
            <ac:spMk id="6" creationId="{B50E3CAA-1CF0-4E3C-B8CF-FDAEB88656BC}"/>
          </ac:spMkLst>
        </pc:spChg>
      </pc:sldChg>
      <pc:sldChg chg="modSp">
        <pc:chgData name="Axe101 -" userId="a3d8458f49509ae9" providerId="LiveId" clId="{64515022-298A-4D53-98AC-D99BA266258A}" dt="2021-10-14T10:18:06.729" v="124"/>
        <pc:sldMkLst>
          <pc:docMk/>
          <pc:sldMk cId="3311978173" sldId="290"/>
        </pc:sldMkLst>
        <pc:spChg chg="mod">
          <ac:chgData name="Axe101 -" userId="a3d8458f49509ae9" providerId="LiveId" clId="{64515022-298A-4D53-98AC-D99BA266258A}" dt="2021-10-14T10:18:06.729" v="124"/>
          <ac:spMkLst>
            <pc:docMk/>
            <pc:sldMk cId="3311978173" sldId="290"/>
            <ac:spMk id="6" creationId="{B50E3CAA-1CF0-4E3C-B8CF-FDAEB88656BC}"/>
          </ac:spMkLst>
        </pc:spChg>
      </pc:sldChg>
      <pc:sldChg chg="modSp">
        <pc:chgData name="Axe101 -" userId="a3d8458f49509ae9" providerId="LiveId" clId="{64515022-298A-4D53-98AC-D99BA266258A}" dt="2021-10-14T10:18:06.729" v="124"/>
        <pc:sldMkLst>
          <pc:docMk/>
          <pc:sldMk cId="1591880112" sldId="291"/>
        </pc:sldMkLst>
        <pc:spChg chg="mod">
          <ac:chgData name="Axe101 -" userId="a3d8458f49509ae9" providerId="LiveId" clId="{64515022-298A-4D53-98AC-D99BA266258A}" dt="2021-10-14T10:18:06.729" v="124"/>
          <ac:spMkLst>
            <pc:docMk/>
            <pc:sldMk cId="1591880112" sldId="291"/>
            <ac:spMk id="6" creationId="{B50E3CAA-1CF0-4E3C-B8CF-FDAEB88656BC}"/>
          </ac:spMkLst>
        </pc:spChg>
      </pc:sldChg>
      <pc:sldChg chg="modSp">
        <pc:chgData name="Axe101 -" userId="a3d8458f49509ae9" providerId="LiveId" clId="{64515022-298A-4D53-98AC-D99BA266258A}" dt="2021-10-14T10:18:06.729" v="124"/>
        <pc:sldMkLst>
          <pc:docMk/>
          <pc:sldMk cId="349007796" sldId="292"/>
        </pc:sldMkLst>
        <pc:spChg chg="mod">
          <ac:chgData name="Axe101 -" userId="a3d8458f49509ae9" providerId="LiveId" clId="{64515022-298A-4D53-98AC-D99BA266258A}" dt="2021-10-14T10:18:06.729" v="124"/>
          <ac:spMkLst>
            <pc:docMk/>
            <pc:sldMk cId="349007796" sldId="292"/>
            <ac:spMk id="6" creationId="{B50E3CAA-1CF0-4E3C-B8CF-FDAEB88656BC}"/>
          </ac:spMkLst>
        </pc:spChg>
      </pc:sldChg>
      <pc:sldChg chg="modSp">
        <pc:chgData name="Axe101 -" userId="a3d8458f49509ae9" providerId="LiveId" clId="{64515022-298A-4D53-98AC-D99BA266258A}" dt="2021-10-14T10:18:06.729" v="124"/>
        <pc:sldMkLst>
          <pc:docMk/>
          <pc:sldMk cId="2697678906" sldId="293"/>
        </pc:sldMkLst>
        <pc:spChg chg="mod">
          <ac:chgData name="Axe101 -" userId="a3d8458f49509ae9" providerId="LiveId" clId="{64515022-298A-4D53-98AC-D99BA266258A}" dt="2021-10-14T10:18:06.729" v="124"/>
          <ac:spMkLst>
            <pc:docMk/>
            <pc:sldMk cId="2697678906" sldId="293"/>
            <ac:spMk id="6" creationId="{B50E3CAA-1CF0-4E3C-B8CF-FDAEB88656BC}"/>
          </ac:spMkLst>
        </pc:spChg>
      </pc:sldChg>
      <pc:sldChg chg="modSp">
        <pc:chgData name="Axe101 -" userId="a3d8458f49509ae9" providerId="LiveId" clId="{64515022-298A-4D53-98AC-D99BA266258A}" dt="2021-10-14T10:18:06.729" v="124"/>
        <pc:sldMkLst>
          <pc:docMk/>
          <pc:sldMk cId="4225956391" sldId="294"/>
        </pc:sldMkLst>
        <pc:spChg chg="mod">
          <ac:chgData name="Axe101 -" userId="a3d8458f49509ae9" providerId="LiveId" clId="{64515022-298A-4D53-98AC-D99BA266258A}" dt="2021-10-14T10:18:06.729" v="124"/>
          <ac:spMkLst>
            <pc:docMk/>
            <pc:sldMk cId="4225956391" sldId="294"/>
            <ac:spMk id="6" creationId="{B50E3CAA-1CF0-4E3C-B8CF-FDAEB88656BC}"/>
          </ac:spMkLst>
        </pc:spChg>
      </pc:sldChg>
      <pc:sldChg chg="modSp">
        <pc:chgData name="Axe101 -" userId="a3d8458f49509ae9" providerId="LiveId" clId="{64515022-298A-4D53-98AC-D99BA266258A}" dt="2021-10-14T10:18:06.729" v="124"/>
        <pc:sldMkLst>
          <pc:docMk/>
          <pc:sldMk cId="1922768718" sldId="295"/>
        </pc:sldMkLst>
        <pc:spChg chg="mod">
          <ac:chgData name="Axe101 -" userId="a3d8458f49509ae9" providerId="LiveId" clId="{64515022-298A-4D53-98AC-D99BA266258A}" dt="2021-10-14T10:18:06.729" v="124"/>
          <ac:spMkLst>
            <pc:docMk/>
            <pc:sldMk cId="1922768718" sldId="295"/>
            <ac:spMk id="6" creationId="{B50E3CAA-1CF0-4E3C-B8CF-FDAEB88656BC}"/>
          </ac:spMkLst>
        </pc:spChg>
      </pc:sldChg>
      <pc:sldChg chg="modSp">
        <pc:chgData name="Axe101 -" userId="a3d8458f49509ae9" providerId="LiveId" clId="{64515022-298A-4D53-98AC-D99BA266258A}" dt="2021-10-14T10:18:06.729" v="124"/>
        <pc:sldMkLst>
          <pc:docMk/>
          <pc:sldMk cId="2670778743" sldId="296"/>
        </pc:sldMkLst>
        <pc:spChg chg="mod">
          <ac:chgData name="Axe101 -" userId="a3d8458f49509ae9" providerId="LiveId" clId="{64515022-298A-4D53-98AC-D99BA266258A}" dt="2021-10-14T10:18:06.729" v="124"/>
          <ac:spMkLst>
            <pc:docMk/>
            <pc:sldMk cId="2670778743" sldId="296"/>
            <ac:spMk id="6" creationId="{B50E3CAA-1CF0-4E3C-B8CF-FDAEB88656BC}"/>
          </ac:spMkLst>
        </pc:spChg>
      </pc:sldChg>
      <pc:sldChg chg="modSp">
        <pc:chgData name="Axe101 -" userId="a3d8458f49509ae9" providerId="LiveId" clId="{64515022-298A-4D53-98AC-D99BA266258A}" dt="2021-10-14T10:18:06.729" v="124"/>
        <pc:sldMkLst>
          <pc:docMk/>
          <pc:sldMk cId="1941088976" sldId="297"/>
        </pc:sldMkLst>
        <pc:spChg chg="mod">
          <ac:chgData name="Axe101 -" userId="a3d8458f49509ae9" providerId="LiveId" clId="{64515022-298A-4D53-98AC-D99BA266258A}" dt="2021-10-14T10:18:06.729" v="124"/>
          <ac:spMkLst>
            <pc:docMk/>
            <pc:sldMk cId="1941088976" sldId="297"/>
            <ac:spMk id="6" creationId="{B50E3CAA-1CF0-4E3C-B8CF-FDAEB88656BC}"/>
          </ac:spMkLst>
        </pc:spChg>
      </pc:sldChg>
      <pc:sldChg chg="modSp">
        <pc:chgData name="Axe101 -" userId="a3d8458f49509ae9" providerId="LiveId" clId="{64515022-298A-4D53-98AC-D99BA266258A}" dt="2021-10-14T10:18:06.729" v="124"/>
        <pc:sldMkLst>
          <pc:docMk/>
          <pc:sldMk cId="4016624234" sldId="298"/>
        </pc:sldMkLst>
        <pc:spChg chg="mod">
          <ac:chgData name="Axe101 -" userId="a3d8458f49509ae9" providerId="LiveId" clId="{64515022-298A-4D53-98AC-D99BA266258A}" dt="2021-10-14T10:18:06.729" v="124"/>
          <ac:spMkLst>
            <pc:docMk/>
            <pc:sldMk cId="4016624234" sldId="298"/>
            <ac:spMk id="6" creationId="{B50E3CAA-1CF0-4E3C-B8CF-FDAEB88656BC}"/>
          </ac:spMkLst>
        </pc:spChg>
      </pc:sldChg>
      <pc:sldChg chg="modSp">
        <pc:chgData name="Axe101 -" userId="a3d8458f49509ae9" providerId="LiveId" clId="{64515022-298A-4D53-98AC-D99BA266258A}" dt="2021-10-14T10:18:06.729" v="124"/>
        <pc:sldMkLst>
          <pc:docMk/>
          <pc:sldMk cId="2691423338" sldId="299"/>
        </pc:sldMkLst>
        <pc:spChg chg="mod">
          <ac:chgData name="Axe101 -" userId="a3d8458f49509ae9" providerId="LiveId" clId="{64515022-298A-4D53-98AC-D99BA266258A}" dt="2021-10-14T10:18:06.729" v="124"/>
          <ac:spMkLst>
            <pc:docMk/>
            <pc:sldMk cId="2691423338" sldId="299"/>
            <ac:spMk id="6" creationId="{B50E3CAA-1CF0-4E3C-B8CF-FDAEB88656BC}"/>
          </ac:spMkLst>
        </pc:spChg>
      </pc:sldChg>
      <pc:sldChg chg="modSp">
        <pc:chgData name="Axe101 -" userId="a3d8458f49509ae9" providerId="LiveId" clId="{64515022-298A-4D53-98AC-D99BA266258A}" dt="2021-10-14T10:18:06.729" v="124"/>
        <pc:sldMkLst>
          <pc:docMk/>
          <pc:sldMk cId="1851947524" sldId="300"/>
        </pc:sldMkLst>
        <pc:spChg chg="mod">
          <ac:chgData name="Axe101 -" userId="a3d8458f49509ae9" providerId="LiveId" clId="{64515022-298A-4D53-98AC-D99BA266258A}" dt="2021-10-14T10:18:06.729" v="124"/>
          <ac:spMkLst>
            <pc:docMk/>
            <pc:sldMk cId="1851947524" sldId="300"/>
            <ac:spMk id="6" creationId="{B50E3CAA-1CF0-4E3C-B8CF-FDAEB88656BC}"/>
          </ac:spMkLst>
        </pc:spChg>
      </pc:sldChg>
      <pc:sldChg chg="modSp">
        <pc:chgData name="Axe101 -" userId="a3d8458f49509ae9" providerId="LiveId" clId="{64515022-298A-4D53-98AC-D99BA266258A}" dt="2021-10-14T10:18:06.729" v="124"/>
        <pc:sldMkLst>
          <pc:docMk/>
          <pc:sldMk cId="3848670526" sldId="301"/>
        </pc:sldMkLst>
        <pc:spChg chg="mod">
          <ac:chgData name="Axe101 -" userId="a3d8458f49509ae9" providerId="LiveId" clId="{64515022-298A-4D53-98AC-D99BA266258A}" dt="2021-10-14T10:18:06.729" v="124"/>
          <ac:spMkLst>
            <pc:docMk/>
            <pc:sldMk cId="3848670526" sldId="301"/>
            <ac:spMk id="6" creationId="{B50E3CAA-1CF0-4E3C-B8CF-FDAEB88656BC}"/>
          </ac:spMkLst>
        </pc:spChg>
      </pc:sldChg>
      <pc:sldChg chg="modSp">
        <pc:chgData name="Axe101 -" userId="a3d8458f49509ae9" providerId="LiveId" clId="{64515022-298A-4D53-98AC-D99BA266258A}" dt="2021-10-14T10:18:06.729" v="124"/>
        <pc:sldMkLst>
          <pc:docMk/>
          <pc:sldMk cId="3266492538" sldId="302"/>
        </pc:sldMkLst>
        <pc:spChg chg="mod">
          <ac:chgData name="Axe101 -" userId="a3d8458f49509ae9" providerId="LiveId" clId="{64515022-298A-4D53-98AC-D99BA266258A}" dt="2021-10-14T10:18:06.729" v="124"/>
          <ac:spMkLst>
            <pc:docMk/>
            <pc:sldMk cId="3266492538" sldId="302"/>
            <ac:spMk id="6" creationId="{B50E3CAA-1CF0-4E3C-B8CF-FDAEB88656BC}"/>
          </ac:spMkLst>
        </pc:spChg>
      </pc:sldChg>
      <pc:sldChg chg="modSp">
        <pc:chgData name="Axe101 -" userId="a3d8458f49509ae9" providerId="LiveId" clId="{64515022-298A-4D53-98AC-D99BA266258A}" dt="2021-10-14T10:18:06.729" v="124"/>
        <pc:sldMkLst>
          <pc:docMk/>
          <pc:sldMk cId="2028228709" sldId="303"/>
        </pc:sldMkLst>
        <pc:spChg chg="mod">
          <ac:chgData name="Axe101 -" userId="a3d8458f49509ae9" providerId="LiveId" clId="{64515022-298A-4D53-98AC-D99BA266258A}" dt="2021-10-14T10:18:06.729" v="124"/>
          <ac:spMkLst>
            <pc:docMk/>
            <pc:sldMk cId="2028228709" sldId="303"/>
            <ac:spMk id="6" creationId="{B50E3CAA-1CF0-4E3C-B8CF-FDAEB88656BC}"/>
          </ac:spMkLst>
        </pc:spChg>
      </pc:sldChg>
      <pc:sldChg chg="addSp modSp mod">
        <pc:chgData name="Axe101 -" userId="a3d8458f49509ae9" providerId="LiveId" clId="{64515022-298A-4D53-98AC-D99BA266258A}" dt="2021-10-14T10:33:57.469" v="143" actId="1038"/>
        <pc:sldMkLst>
          <pc:docMk/>
          <pc:sldMk cId="1820578582" sldId="304"/>
        </pc:sldMkLst>
        <pc:spChg chg="mod">
          <ac:chgData name="Axe101 -" userId="a3d8458f49509ae9" providerId="LiveId" clId="{64515022-298A-4D53-98AC-D99BA266258A}" dt="2021-10-14T10:18:06.729" v="124"/>
          <ac:spMkLst>
            <pc:docMk/>
            <pc:sldMk cId="1820578582" sldId="304"/>
            <ac:spMk id="6" creationId="{B50E3CAA-1CF0-4E3C-B8CF-FDAEB88656BC}"/>
          </ac:spMkLst>
        </pc:spChg>
        <pc:cxnChg chg="add mod">
          <ac:chgData name="Axe101 -" userId="a3d8458f49509ae9" providerId="LiveId" clId="{64515022-298A-4D53-98AC-D99BA266258A}" dt="2021-10-14T10:33:57.469" v="143" actId="1038"/>
          <ac:cxnSpMkLst>
            <pc:docMk/>
            <pc:sldMk cId="1820578582" sldId="304"/>
            <ac:cxnSpMk id="10" creationId="{5E07FDBF-148B-4EE6-B81E-20E17206FBC5}"/>
          </ac:cxnSpMkLst>
        </pc:cxnChg>
      </pc:sldChg>
      <pc:sldChg chg="modSp">
        <pc:chgData name="Axe101 -" userId="a3d8458f49509ae9" providerId="LiveId" clId="{64515022-298A-4D53-98AC-D99BA266258A}" dt="2021-10-14T10:18:06.729" v="124"/>
        <pc:sldMkLst>
          <pc:docMk/>
          <pc:sldMk cId="2967643615" sldId="305"/>
        </pc:sldMkLst>
        <pc:spChg chg="mod">
          <ac:chgData name="Axe101 -" userId="a3d8458f49509ae9" providerId="LiveId" clId="{64515022-298A-4D53-98AC-D99BA266258A}" dt="2021-10-14T10:18:06.729" v="124"/>
          <ac:spMkLst>
            <pc:docMk/>
            <pc:sldMk cId="2967643615" sldId="305"/>
            <ac:spMk id="6" creationId="{B50E3CAA-1CF0-4E3C-B8CF-FDAEB88656BC}"/>
          </ac:spMkLst>
        </pc:spChg>
      </pc:sldChg>
      <pc:sldChg chg="modSp">
        <pc:chgData name="Axe101 -" userId="a3d8458f49509ae9" providerId="LiveId" clId="{64515022-298A-4D53-98AC-D99BA266258A}" dt="2021-10-14T10:18:06.729" v="124"/>
        <pc:sldMkLst>
          <pc:docMk/>
          <pc:sldMk cId="2333770911" sldId="306"/>
        </pc:sldMkLst>
        <pc:spChg chg="mod">
          <ac:chgData name="Axe101 -" userId="a3d8458f49509ae9" providerId="LiveId" clId="{64515022-298A-4D53-98AC-D99BA266258A}" dt="2021-10-14T10:18:06.729" v="124"/>
          <ac:spMkLst>
            <pc:docMk/>
            <pc:sldMk cId="2333770911" sldId="306"/>
            <ac:spMk id="6" creationId="{A8E2B60A-DD84-4B9A-BB78-B5D0E8C2297A}"/>
          </ac:spMkLst>
        </pc:spChg>
      </pc:sldChg>
      <pc:sldChg chg="modSp mod">
        <pc:chgData name="Axe101 -" userId="a3d8458f49509ae9" providerId="LiveId" clId="{64515022-298A-4D53-98AC-D99BA266258A}" dt="2021-10-14T10:19:12.241" v="140" actId="207"/>
        <pc:sldMkLst>
          <pc:docMk/>
          <pc:sldMk cId="2096739479" sldId="307"/>
        </pc:sldMkLst>
        <pc:spChg chg="mod">
          <ac:chgData name="Axe101 -" userId="a3d8458f49509ae9" providerId="LiveId" clId="{64515022-298A-4D53-98AC-D99BA266258A}" dt="2021-10-14T10:19:12.241" v="140" actId="207"/>
          <ac:spMkLst>
            <pc:docMk/>
            <pc:sldMk cId="2096739479" sldId="307"/>
            <ac:spMk id="4" creationId="{693F2001-4F25-4483-A7B1-EB0E95111E96}"/>
          </ac:spMkLst>
        </pc:spChg>
        <pc:spChg chg="mod">
          <ac:chgData name="Axe101 -" userId="a3d8458f49509ae9" providerId="LiveId" clId="{64515022-298A-4D53-98AC-D99BA266258A}" dt="2021-10-14T10:18:06.729" v="124"/>
          <ac:spMkLst>
            <pc:docMk/>
            <pc:sldMk cId="2096739479" sldId="307"/>
            <ac:spMk id="6" creationId="{A4834CD5-3EC5-4154-84D1-C6ABD0CA0E2D}"/>
          </ac:spMkLst>
        </pc:spChg>
      </pc:sldChg>
      <pc:sldChg chg="modSp mod">
        <pc:chgData name="Axe101 -" userId="a3d8458f49509ae9" providerId="LiveId" clId="{64515022-298A-4D53-98AC-D99BA266258A}" dt="2021-10-14T10:17:43.769" v="123" actId="20577"/>
        <pc:sldMkLst>
          <pc:docMk/>
          <pc:sldMk cId="1158673505" sldId="308"/>
        </pc:sldMkLst>
        <pc:spChg chg="mod">
          <ac:chgData name="Axe101 -" userId="a3d8458f49509ae9" providerId="LiveId" clId="{64515022-298A-4D53-98AC-D99BA266258A}" dt="2021-10-14T10:17:43.769" v="123" actId="20577"/>
          <ac:spMkLst>
            <pc:docMk/>
            <pc:sldMk cId="1158673505" sldId="308"/>
            <ac:spMk id="4" creationId="{693F2001-4F25-4483-A7B1-EB0E95111E96}"/>
          </ac:spMkLst>
        </pc:spChg>
        <pc:spChg chg="mod">
          <ac:chgData name="Axe101 -" userId="a3d8458f49509ae9" providerId="LiveId" clId="{64515022-298A-4D53-98AC-D99BA266258A}" dt="2021-10-14T10:17:37.902" v="121" actId="20577"/>
          <ac:spMkLst>
            <pc:docMk/>
            <pc:sldMk cId="1158673505" sldId="308"/>
            <ac:spMk id="6" creationId="{A4834CD5-3EC5-4154-84D1-C6ABD0CA0E2D}"/>
          </ac:spMkLst>
        </pc:spChg>
      </pc:sldChg>
      <pc:sldChg chg="add">
        <pc:chgData name="Axe101 -" userId="a3d8458f49509ae9" providerId="LiveId" clId="{64515022-298A-4D53-98AC-D99BA266258A}" dt="2021-10-14T10:35:58.337" v="144" actId="2890"/>
        <pc:sldMkLst>
          <pc:docMk/>
          <pc:sldMk cId="3052855018" sldId="309"/>
        </pc:sldMkLst>
      </pc:sldChg>
      <pc:sldChg chg="addSp delSp modSp add mod">
        <pc:chgData name="Axe101 -" userId="a3d8458f49509ae9" providerId="LiveId" clId="{64515022-298A-4D53-98AC-D99BA266258A}" dt="2021-10-14T10:36:46.664" v="153" actId="14100"/>
        <pc:sldMkLst>
          <pc:docMk/>
          <pc:sldMk cId="592268098" sldId="310"/>
        </pc:sldMkLst>
        <pc:picChg chg="add mod">
          <ac:chgData name="Axe101 -" userId="a3d8458f49509ae9" providerId="LiveId" clId="{64515022-298A-4D53-98AC-D99BA266258A}" dt="2021-10-14T10:36:46.664" v="153" actId="14100"/>
          <ac:picMkLst>
            <pc:docMk/>
            <pc:sldMk cId="592268098" sldId="310"/>
            <ac:picMk id="4" creationId="{7E137E84-D127-44BD-B86B-D0BBD0BEB3E5}"/>
          </ac:picMkLst>
        </pc:picChg>
        <pc:picChg chg="del">
          <ac:chgData name="Axe101 -" userId="a3d8458f49509ae9" providerId="LiveId" clId="{64515022-298A-4D53-98AC-D99BA266258A}" dt="2021-10-14T10:36:39.685" v="150" actId="478"/>
          <ac:picMkLst>
            <pc:docMk/>
            <pc:sldMk cId="592268098" sldId="310"/>
            <ac:picMk id="9" creationId="{CBCB3700-FA57-4365-A66A-71FF1D065D46}"/>
          </ac:picMkLst>
        </pc:picChg>
      </pc:sldChg>
      <pc:sldChg chg="addSp delSp modSp add mod">
        <pc:chgData name="Axe101 -" userId="a3d8458f49509ae9" providerId="LiveId" clId="{64515022-298A-4D53-98AC-D99BA266258A}" dt="2021-10-14T10:37:31.914" v="160" actId="166"/>
        <pc:sldMkLst>
          <pc:docMk/>
          <pc:sldMk cId="3115866809" sldId="311"/>
        </pc:sldMkLst>
        <pc:picChg chg="del">
          <ac:chgData name="Axe101 -" userId="a3d8458f49509ae9" providerId="LiveId" clId="{64515022-298A-4D53-98AC-D99BA266258A}" dt="2021-10-14T10:37:15.523" v="155" actId="478"/>
          <ac:picMkLst>
            <pc:docMk/>
            <pc:sldMk cId="3115866809" sldId="311"/>
            <ac:picMk id="4" creationId="{7E137E84-D127-44BD-B86B-D0BBD0BEB3E5}"/>
          </ac:picMkLst>
        </pc:picChg>
        <pc:picChg chg="add mod">
          <ac:chgData name="Axe101 -" userId="a3d8458f49509ae9" providerId="LiveId" clId="{64515022-298A-4D53-98AC-D99BA266258A}" dt="2021-10-14T10:37:25.312" v="159" actId="1076"/>
          <ac:picMkLst>
            <pc:docMk/>
            <pc:sldMk cId="3115866809" sldId="311"/>
            <ac:picMk id="5" creationId="{71884A28-3C56-474E-A052-EE185E6FD598}"/>
          </ac:picMkLst>
        </pc:picChg>
        <pc:picChg chg="ord">
          <ac:chgData name="Axe101 -" userId="a3d8458f49509ae9" providerId="LiveId" clId="{64515022-298A-4D53-98AC-D99BA266258A}" dt="2021-10-14T10:37:31.914" v="160" actId="166"/>
          <ac:picMkLst>
            <pc:docMk/>
            <pc:sldMk cId="3115866809" sldId="311"/>
            <ac:picMk id="7" creationId="{B21685DC-994D-41A6-B55B-A5E26DE0A01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9BD9B-90A9-4622-9EA6-D988DBFE1D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B25944-EC8F-4198-B0A7-37E79B6B0E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818257-8B2F-4C27-A7C2-550F3F98E11E}"/>
              </a:ext>
            </a:extLst>
          </p:cNvPr>
          <p:cNvSpPr>
            <a:spLocks noGrp="1"/>
          </p:cNvSpPr>
          <p:nvPr>
            <p:ph type="dt" sz="half" idx="10"/>
          </p:nvPr>
        </p:nvSpPr>
        <p:spPr/>
        <p:txBody>
          <a:bodyPr/>
          <a:lstStyle/>
          <a:p>
            <a:fld id="{F2B159C3-BEF8-4E27-8F8B-AD6168BA1749}" type="datetimeFigureOut">
              <a:rPr lang="en-US" smtClean="0"/>
              <a:t>10/14/2021</a:t>
            </a:fld>
            <a:endParaRPr lang="en-US"/>
          </a:p>
        </p:txBody>
      </p:sp>
      <p:sp>
        <p:nvSpPr>
          <p:cNvPr id="5" name="Footer Placeholder 4">
            <a:extLst>
              <a:ext uri="{FF2B5EF4-FFF2-40B4-BE49-F238E27FC236}">
                <a16:creationId xmlns:a16="http://schemas.microsoft.com/office/drawing/2014/main" id="{98B8A25F-637E-4D19-9889-5D37E27FF0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E3471-7799-404D-9D66-D4C459A343AC}"/>
              </a:ext>
            </a:extLst>
          </p:cNvPr>
          <p:cNvSpPr>
            <a:spLocks noGrp="1"/>
          </p:cNvSpPr>
          <p:nvPr>
            <p:ph type="sldNum" sz="quarter" idx="12"/>
          </p:nvPr>
        </p:nvSpPr>
        <p:spPr/>
        <p:txBody>
          <a:bodyPr/>
          <a:lstStyle/>
          <a:p>
            <a:fld id="{FC6E2135-BA1F-4A81-97E5-290A28BAD322}" type="slidenum">
              <a:rPr lang="en-US" smtClean="0"/>
              <a:t>‹#›</a:t>
            </a:fld>
            <a:endParaRPr lang="en-US"/>
          </a:p>
        </p:txBody>
      </p:sp>
    </p:spTree>
    <p:extLst>
      <p:ext uri="{BB962C8B-B14F-4D97-AF65-F5344CB8AC3E}">
        <p14:creationId xmlns:p14="http://schemas.microsoft.com/office/powerpoint/2010/main" val="3485733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DC95-8762-4F52-81E7-D55AC0318E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EF3A8B-61CA-4FF3-8122-A0EC61D7F8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9696CE-8018-45CC-AEB7-9F187CC25952}"/>
              </a:ext>
            </a:extLst>
          </p:cNvPr>
          <p:cNvSpPr>
            <a:spLocks noGrp="1"/>
          </p:cNvSpPr>
          <p:nvPr>
            <p:ph type="dt" sz="half" idx="10"/>
          </p:nvPr>
        </p:nvSpPr>
        <p:spPr/>
        <p:txBody>
          <a:bodyPr/>
          <a:lstStyle/>
          <a:p>
            <a:fld id="{F2B159C3-BEF8-4E27-8F8B-AD6168BA1749}" type="datetimeFigureOut">
              <a:rPr lang="en-US" smtClean="0"/>
              <a:t>10/14/2021</a:t>
            </a:fld>
            <a:endParaRPr lang="en-US"/>
          </a:p>
        </p:txBody>
      </p:sp>
      <p:sp>
        <p:nvSpPr>
          <p:cNvPr id="5" name="Footer Placeholder 4">
            <a:extLst>
              <a:ext uri="{FF2B5EF4-FFF2-40B4-BE49-F238E27FC236}">
                <a16:creationId xmlns:a16="http://schemas.microsoft.com/office/drawing/2014/main" id="{B4C4B582-6FA0-4ECB-9D3E-1192DFDC11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9216D2-387C-4430-A655-DD658F52FE6E}"/>
              </a:ext>
            </a:extLst>
          </p:cNvPr>
          <p:cNvSpPr>
            <a:spLocks noGrp="1"/>
          </p:cNvSpPr>
          <p:nvPr>
            <p:ph type="sldNum" sz="quarter" idx="12"/>
          </p:nvPr>
        </p:nvSpPr>
        <p:spPr/>
        <p:txBody>
          <a:bodyPr/>
          <a:lstStyle/>
          <a:p>
            <a:fld id="{FC6E2135-BA1F-4A81-97E5-290A28BAD322}" type="slidenum">
              <a:rPr lang="en-US" smtClean="0"/>
              <a:t>‹#›</a:t>
            </a:fld>
            <a:endParaRPr lang="en-US"/>
          </a:p>
        </p:txBody>
      </p:sp>
    </p:spTree>
    <p:extLst>
      <p:ext uri="{BB962C8B-B14F-4D97-AF65-F5344CB8AC3E}">
        <p14:creationId xmlns:p14="http://schemas.microsoft.com/office/powerpoint/2010/main" val="4108522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8EA21-C29E-4940-BC78-ACF5B8BDB9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6715E0-6F75-42B9-946A-51B8A4768B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3207F2-3B30-48D4-BE52-35DE1CDE6B1D}"/>
              </a:ext>
            </a:extLst>
          </p:cNvPr>
          <p:cNvSpPr>
            <a:spLocks noGrp="1"/>
          </p:cNvSpPr>
          <p:nvPr>
            <p:ph type="dt" sz="half" idx="10"/>
          </p:nvPr>
        </p:nvSpPr>
        <p:spPr/>
        <p:txBody>
          <a:bodyPr/>
          <a:lstStyle/>
          <a:p>
            <a:fld id="{F2B159C3-BEF8-4E27-8F8B-AD6168BA1749}" type="datetimeFigureOut">
              <a:rPr lang="en-US" smtClean="0"/>
              <a:t>10/14/2021</a:t>
            </a:fld>
            <a:endParaRPr lang="en-US"/>
          </a:p>
        </p:txBody>
      </p:sp>
      <p:sp>
        <p:nvSpPr>
          <p:cNvPr id="5" name="Footer Placeholder 4">
            <a:extLst>
              <a:ext uri="{FF2B5EF4-FFF2-40B4-BE49-F238E27FC236}">
                <a16:creationId xmlns:a16="http://schemas.microsoft.com/office/drawing/2014/main" id="{0BFCD94E-A0AA-4807-A852-5830792FDC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A2063D-7ABE-412C-8148-A01A50CB4E33}"/>
              </a:ext>
            </a:extLst>
          </p:cNvPr>
          <p:cNvSpPr>
            <a:spLocks noGrp="1"/>
          </p:cNvSpPr>
          <p:nvPr>
            <p:ph type="sldNum" sz="quarter" idx="12"/>
          </p:nvPr>
        </p:nvSpPr>
        <p:spPr/>
        <p:txBody>
          <a:bodyPr/>
          <a:lstStyle/>
          <a:p>
            <a:fld id="{FC6E2135-BA1F-4A81-97E5-290A28BAD322}" type="slidenum">
              <a:rPr lang="en-US" smtClean="0"/>
              <a:t>‹#›</a:t>
            </a:fld>
            <a:endParaRPr lang="en-US"/>
          </a:p>
        </p:txBody>
      </p:sp>
    </p:spTree>
    <p:extLst>
      <p:ext uri="{BB962C8B-B14F-4D97-AF65-F5344CB8AC3E}">
        <p14:creationId xmlns:p14="http://schemas.microsoft.com/office/powerpoint/2010/main" val="1242261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3ECD4-DB32-45C2-BACC-D8D97889C8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2C1218-8212-4976-8931-C02B9B5034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298C6F-7C39-4077-800E-A3CE1BCC45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44874D-80E8-4CD8-A28E-B712F410EB8F}"/>
              </a:ext>
            </a:extLst>
          </p:cNvPr>
          <p:cNvSpPr>
            <a:spLocks noGrp="1"/>
          </p:cNvSpPr>
          <p:nvPr>
            <p:ph type="dt" sz="half" idx="10"/>
          </p:nvPr>
        </p:nvSpPr>
        <p:spPr/>
        <p:txBody>
          <a:bodyPr/>
          <a:lstStyle/>
          <a:p>
            <a:fld id="{F2B159C3-BEF8-4E27-8F8B-AD6168BA1749}" type="datetimeFigureOut">
              <a:rPr lang="en-US" smtClean="0"/>
              <a:t>10/14/2021</a:t>
            </a:fld>
            <a:endParaRPr lang="en-US"/>
          </a:p>
        </p:txBody>
      </p:sp>
      <p:sp>
        <p:nvSpPr>
          <p:cNvPr id="6" name="Footer Placeholder 5">
            <a:extLst>
              <a:ext uri="{FF2B5EF4-FFF2-40B4-BE49-F238E27FC236}">
                <a16:creationId xmlns:a16="http://schemas.microsoft.com/office/drawing/2014/main" id="{469F87C6-CE53-49FD-9781-3369FE4CD1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875C5A-37A9-446A-86DB-0000B35D0B6A}"/>
              </a:ext>
            </a:extLst>
          </p:cNvPr>
          <p:cNvSpPr>
            <a:spLocks noGrp="1"/>
          </p:cNvSpPr>
          <p:nvPr>
            <p:ph type="sldNum" sz="quarter" idx="12"/>
          </p:nvPr>
        </p:nvSpPr>
        <p:spPr/>
        <p:txBody>
          <a:bodyPr/>
          <a:lstStyle/>
          <a:p>
            <a:fld id="{FC6E2135-BA1F-4A81-97E5-290A28BAD322}" type="slidenum">
              <a:rPr lang="en-US" smtClean="0"/>
              <a:t>‹#›</a:t>
            </a:fld>
            <a:endParaRPr lang="en-US"/>
          </a:p>
        </p:txBody>
      </p:sp>
    </p:spTree>
    <p:extLst>
      <p:ext uri="{BB962C8B-B14F-4D97-AF65-F5344CB8AC3E}">
        <p14:creationId xmlns:p14="http://schemas.microsoft.com/office/powerpoint/2010/main" val="2811103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36195-CD0A-4B5D-A3EA-72CAFE78BD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606CB7-D146-42C0-97ED-2D86B9F46D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B5BFEE-7F3B-40E2-8B06-1ED0629130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4578AC-888C-46A6-ADF0-C5059CA8D5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68A8A1-3F2D-4629-B331-C28D42BC0B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06AE2C-C9BB-42D3-9BAD-3A2F2C02396D}"/>
              </a:ext>
            </a:extLst>
          </p:cNvPr>
          <p:cNvSpPr>
            <a:spLocks noGrp="1"/>
          </p:cNvSpPr>
          <p:nvPr>
            <p:ph type="dt" sz="half" idx="10"/>
          </p:nvPr>
        </p:nvSpPr>
        <p:spPr/>
        <p:txBody>
          <a:bodyPr/>
          <a:lstStyle/>
          <a:p>
            <a:fld id="{F2B159C3-BEF8-4E27-8F8B-AD6168BA1749}" type="datetimeFigureOut">
              <a:rPr lang="en-US" smtClean="0"/>
              <a:t>10/14/2021</a:t>
            </a:fld>
            <a:endParaRPr lang="en-US"/>
          </a:p>
        </p:txBody>
      </p:sp>
      <p:sp>
        <p:nvSpPr>
          <p:cNvPr id="8" name="Footer Placeholder 7">
            <a:extLst>
              <a:ext uri="{FF2B5EF4-FFF2-40B4-BE49-F238E27FC236}">
                <a16:creationId xmlns:a16="http://schemas.microsoft.com/office/drawing/2014/main" id="{4A1A35ED-025F-4C1E-9610-C337546C89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6CCE45-AD33-417B-BF50-F361127E067E}"/>
              </a:ext>
            </a:extLst>
          </p:cNvPr>
          <p:cNvSpPr>
            <a:spLocks noGrp="1"/>
          </p:cNvSpPr>
          <p:nvPr>
            <p:ph type="sldNum" sz="quarter" idx="12"/>
          </p:nvPr>
        </p:nvSpPr>
        <p:spPr/>
        <p:txBody>
          <a:bodyPr/>
          <a:lstStyle/>
          <a:p>
            <a:fld id="{FC6E2135-BA1F-4A81-97E5-290A28BAD322}" type="slidenum">
              <a:rPr lang="en-US" smtClean="0"/>
              <a:t>‹#›</a:t>
            </a:fld>
            <a:endParaRPr lang="en-US"/>
          </a:p>
        </p:txBody>
      </p:sp>
    </p:spTree>
    <p:extLst>
      <p:ext uri="{BB962C8B-B14F-4D97-AF65-F5344CB8AC3E}">
        <p14:creationId xmlns:p14="http://schemas.microsoft.com/office/powerpoint/2010/main" val="2198490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DE238-5C95-4C62-9986-20BC8DE07D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B1BE58-22D0-4853-853A-7D0094E007CD}"/>
              </a:ext>
            </a:extLst>
          </p:cNvPr>
          <p:cNvSpPr>
            <a:spLocks noGrp="1"/>
          </p:cNvSpPr>
          <p:nvPr>
            <p:ph type="dt" sz="half" idx="10"/>
          </p:nvPr>
        </p:nvSpPr>
        <p:spPr/>
        <p:txBody>
          <a:bodyPr/>
          <a:lstStyle/>
          <a:p>
            <a:fld id="{F2B159C3-BEF8-4E27-8F8B-AD6168BA1749}" type="datetimeFigureOut">
              <a:rPr lang="en-US" smtClean="0"/>
              <a:t>10/14/2021</a:t>
            </a:fld>
            <a:endParaRPr lang="en-US"/>
          </a:p>
        </p:txBody>
      </p:sp>
      <p:sp>
        <p:nvSpPr>
          <p:cNvPr id="4" name="Footer Placeholder 3">
            <a:extLst>
              <a:ext uri="{FF2B5EF4-FFF2-40B4-BE49-F238E27FC236}">
                <a16:creationId xmlns:a16="http://schemas.microsoft.com/office/drawing/2014/main" id="{0E606C08-94F9-4B9B-B43F-61202F6C81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30D373-4BE7-42EB-9C7E-74E20B6572D4}"/>
              </a:ext>
            </a:extLst>
          </p:cNvPr>
          <p:cNvSpPr>
            <a:spLocks noGrp="1"/>
          </p:cNvSpPr>
          <p:nvPr>
            <p:ph type="sldNum" sz="quarter" idx="12"/>
          </p:nvPr>
        </p:nvSpPr>
        <p:spPr/>
        <p:txBody>
          <a:bodyPr/>
          <a:lstStyle/>
          <a:p>
            <a:fld id="{FC6E2135-BA1F-4A81-97E5-290A28BAD322}" type="slidenum">
              <a:rPr lang="en-US" smtClean="0"/>
              <a:t>‹#›</a:t>
            </a:fld>
            <a:endParaRPr lang="en-US"/>
          </a:p>
        </p:txBody>
      </p:sp>
    </p:spTree>
    <p:extLst>
      <p:ext uri="{BB962C8B-B14F-4D97-AF65-F5344CB8AC3E}">
        <p14:creationId xmlns:p14="http://schemas.microsoft.com/office/powerpoint/2010/main" val="2410674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7E26A6-0014-49B4-B8FA-9970898BC8F6}"/>
              </a:ext>
            </a:extLst>
          </p:cNvPr>
          <p:cNvSpPr>
            <a:spLocks noGrp="1"/>
          </p:cNvSpPr>
          <p:nvPr>
            <p:ph type="dt" sz="half" idx="10"/>
          </p:nvPr>
        </p:nvSpPr>
        <p:spPr/>
        <p:txBody>
          <a:bodyPr/>
          <a:lstStyle/>
          <a:p>
            <a:fld id="{F2B159C3-BEF8-4E27-8F8B-AD6168BA1749}" type="datetimeFigureOut">
              <a:rPr lang="en-US" smtClean="0"/>
              <a:t>10/14/2021</a:t>
            </a:fld>
            <a:endParaRPr lang="en-US"/>
          </a:p>
        </p:txBody>
      </p:sp>
      <p:sp>
        <p:nvSpPr>
          <p:cNvPr id="3" name="Footer Placeholder 2">
            <a:extLst>
              <a:ext uri="{FF2B5EF4-FFF2-40B4-BE49-F238E27FC236}">
                <a16:creationId xmlns:a16="http://schemas.microsoft.com/office/drawing/2014/main" id="{E79AD2B9-571A-45C0-82E2-0D09FF2AD6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372945-61E6-4EFF-87F9-DD6483140BB6}"/>
              </a:ext>
            </a:extLst>
          </p:cNvPr>
          <p:cNvSpPr>
            <a:spLocks noGrp="1"/>
          </p:cNvSpPr>
          <p:nvPr>
            <p:ph type="sldNum" sz="quarter" idx="12"/>
          </p:nvPr>
        </p:nvSpPr>
        <p:spPr/>
        <p:txBody>
          <a:bodyPr/>
          <a:lstStyle/>
          <a:p>
            <a:fld id="{FC6E2135-BA1F-4A81-97E5-290A28BAD322}" type="slidenum">
              <a:rPr lang="en-US" smtClean="0"/>
              <a:t>‹#›</a:t>
            </a:fld>
            <a:endParaRPr lang="en-US"/>
          </a:p>
        </p:txBody>
      </p:sp>
    </p:spTree>
    <p:extLst>
      <p:ext uri="{BB962C8B-B14F-4D97-AF65-F5344CB8AC3E}">
        <p14:creationId xmlns:p14="http://schemas.microsoft.com/office/powerpoint/2010/main" val="3355476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EC2C-22AD-4815-9494-2EF32FCC41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B59232-B41F-4588-B262-A95C69D57A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EA3288-6BC2-4181-890F-7D38231813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11A8B0-5D68-45AD-A81A-EC1362783D18}"/>
              </a:ext>
            </a:extLst>
          </p:cNvPr>
          <p:cNvSpPr>
            <a:spLocks noGrp="1"/>
          </p:cNvSpPr>
          <p:nvPr>
            <p:ph type="dt" sz="half" idx="10"/>
          </p:nvPr>
        </p:nvSpPr>
        <p:spPr/>
        <p:txBody>
          <a:bodyPr/>
          <a:lstStyle/>
          <a:p>
            <a:fld id="{F2B159C3-BEF8-4E27-8F8B-AD6168BA1749}" type="datetimeFigureOut">
              <a:rPr lang="en-US" smtClean="0"/>
              <a:t>10/14/2021</a:t>
            </a:fld>
            <a:endParaRPr lang="en-US"/>
          </a:p>
        </p:txBody>
      </p:sp>
      <p:sp>
        <p:nvSpPr>
          <p:cNvPr id="6" name="Footer Placeholder 5">
            <a:extLst>
              <a:ext uri="{FF2B5EF4-FFF2-40B4-BE49-F238E27FC236}">
                <a16:creationId xmlns:a16="http://schemas.microsoft.com/office/drawing/2014/main" id="{F154E554-08E7-4796-8F5C-753C76602A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B10C6C-18E1-4A78-8B32-C3D65A7E7092}"/>
              </a:ext>
            </a:extLst>
          </p:cNvPr>
          <p:cNvSpPr>
            <a:spLocks noGrp="1"/>
          </p:cNvSpPr>
          <p:nvPr>
            <p:ph type="sldNum" sz="quarter" idx="12"/>
          </p:nvPr>
        </p:nvSpPr>
        <p:spPr/>
        <p:txBody>
          <a:bodyPr/>
          <a:lstStyle/>
          <a:p>
            <a:fld id="{FC6E2135-BA1F-4A81-97E5-290A28BAD322}" type="slidenum">
              <a:rPr lang="en-US" smtClean="0"/>
              <a:t>‹#›</a:t>
            </a:fld>
            <a:endParaRPr lang="en-US"/>
          </a:p>
        </p:txBody>
      </p:sp>
    </p:spTree>
    <p:extLst>
      <p:ext uri="{BB962C8B-B14F-4D97-AF65-F5344CB8AC3E}">
        <p14:creationId xmlns:p14="http://schemas.microsoft.com/office/powerpoint/2010/main" val="2798015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85927-D56B-4C30-8729-2445AF8F59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C53D65-3EC6-4B92-9FD4-75E934CE88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490999-33A0-4718-A3C2-BD5CE8D50E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C2483B-7720-4991-AEDA-A57179EF1D9D}"/>
              </a:ext>
            </a:extLst>
          </p:cNvPr>
          <p:cNvSpPr>
            <a:spLocks noGrp="1"/>
          </p:cNvSpPr>
          <p:nvPr>
            <p:ph type="dt" sz="half" idx="10"/>
          </p:nvPr>
        </p:nvSpPr>
        <p:spPr/>
        <p:txBody>
          <a:bodyPr/>
          <a:lstStyle/>
          <a:p>
            <a:fld id="{F2B159C3-BEF8-4E27-8F8B-AD6168BA1749}" type="datetimeFigureOut">
              <a:rPr lang="en-US" smtClean="0"/>
              <a:t>10/14/2021</a:t>
            </a:fld>
            <a:endParaRPr lang="en-US"/>
          </a:p>
        </p:txBody>
      </p:sp>
      <p:sp>
        <p:nvSpPr>
          <p:cNvPr id="6" name="Footer Placeholder 5">
            <a:extLst>
              <a:ext uri="{FF2B5EF4-FFF2-40B4-BE49-F238E27FC236}">
                <a16:creationId xmlns:a16="http://schemas.microsoft.com/office/drawing/2014/main" id="{121B6FA2-490A-45D2-AE34-1EEF9CFB84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E6DF85-9EA7-431C-942E-BC5CE227C068}"/>
              </a:ext>
            </a:extLst>
          </p:cNvPr>
          <p:cNvSpPr>
            <a:spLocks noGrp="1"/>
          </p:cNvSpPr>
          <p:nvPr>
            <p:ph type="sldNum" sz="quarter" idx="12"/>
          </p:nvPr>
        </p:nvSpPr>
        <p:spPr/>
        <p:txBody>
          <a:bodyPr/>
          <a:lstStyle/>
          <a:p>
            <a:fld id="{FC6E2135-BA1F-4A81-97E5-290A28BAD322}" type="slidenum">
              <a:rPr lang="en-US" smtClean="0"/>
              <a:t>‹#›</a:t>
            </a:fld>
            <a:endParaRPr lang="en-US"/>
          </a:p>
        </p:txBody>
      </p:sp>
    </p:spTree>
    <p:extLst>
      <p:ext uri="{BB962C8B-B14F-4D97-AF65-F5344CB8AC3E}">
        <p14:creationId xmlns:p14="http://schemas.microsoft.com/office/powerpoint/2010/main" val="2792981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23AB7-2374-4B34-B12D-7F729C281D7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A2B1E9-2CEA-4801-81B2-704A34FD16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B3961D-D9E0-44B5-9B16-D179A5482912}"/>
              </a:ext>
            </a:extLst>
          </p:cNvPr>
          <p:cNvSpPr>
            <a:spLocks noGrp="1"/>
          </p:cNvSpPr>
          <p:nvPr>
            <p:ph type="dt" sz="half" idx="10"/>
          </p:nvPr>
        </p:nvSpPr>
        <p:spPr/>
        <p:txBody>
          <a:bodyPr/>
          <a:lstStyle/>
          <a:p>
            <a:fld id="{F2B159C3-BEF8-4E27-8F8B-AD6168BA1749}" type="datetimeFigureOut">
              <a:rPr lang="en-US" smtClean="0"/>
              <a:t>10/14/2021</a:t>
            </a:fld>
            <a:endParaRPr lang="en-US"/>
          </a:p>
        </p:txBody>
      </p:sp>
      <p:sp>
        <p:nvSpPr>
          <p:cNvPr id="5" name="Footer Placeholder 4">
            <a:extLst>
              <a:ext uri="{FF2B5EF4-FFF2-40B4-BE49-F238E27FC236}">
                <a16:creationId xmlns:a16="http://schemas.microsoft.com/office/drawing/2014/main" id="{7F87B416-4FE3-432C-B24D-85C9EAC8C7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CD94A0-7583-4112-B0AD-037F0A4CB227}"/>
              </a:ext>
            </a:extLst>
          </p:cNvPr>
          <p:cNvSpPr>
            <a:spLocks noGrp="1"/>
          </p:cNvSpPr>
          <p:nvPr>
            <p:ph type="sldNum" sz="quarter" idx="12"/>
          </p:nvPr>
        </p:nvSpPr>
        <p:spPr/>
        <p:txBody>
          <a:bodyPr/>
          <a:lstStyle/>
          <a:p>
            <a:fld id="{FC6E2135-BA1F-4A81-97E5-290A28BAD322}" type="slidenum">
              <a:rPr lang="en-US" smtClean="0"/>
              <a:t>‹#›</a:t>
            </a:fld>
            <a:endParaRPr lang="en-US"/>
          </a:p>
        </p:txBody>
      </p:sp>
    </p:spTree>
    <p:extLst>
      <p:ext uri="{BB962C8B-B14F-4D97-AF65-F5344CB8AC3E}">
        <p14:creationId xmlns:p14="http://schemas.microsoft.com/office/powerpoint/2010/main" val="932046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02EA7F-12DE-445E-B99C-E276176AB5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6905C4-0559-4FDD-AE71-E08A13BDAB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4B3C7B-3406-4A0B-A9A5-B8E41DCD56F6}"/>
              </a:ext>
            </a:extLst>
          </p:cNvPr>
          <p:cNvSpPr>
            <a:spLocks noGrp="1"/>
          </p:cNvSpPr>
          <p:nvPr>
            <p:ph type="dt" sz="half" idx="10"/>
          </p:nvPr>
        </p:nvSpPr>
        <p:spPr/>
        <p:txBody>
          <a:bodyPr/>
          <a:lstStyle/>
          <a:p>
            <a:fld id="{F2B159C3-BEF8-4E27-8F8B-AD6168BA1749}" type="datetimeFigureOut">
              <a:rPr lang="en-US" smtClean="0"/>
              <a:t>10/14/2021</a:t>
            </a:fld>
            <a:endParaRPr lang="en-US"/>
          </a:p>
        </p:txBody>
      </p:sp>
      <p:sp>
        <p:nvSpPr>
          <p:cNvPr id="5" name="Footer Placeholder 4">
            <a:extLst>
              <a:ext uri="{FF2B5EF4-FFF2-40B4-BE49-F238E27FC236}">
                <a16:creationId xmlns:a16="http://schemas.microsoft.com/office/drawing/2014/main" id="{A79FDB2E-49DB-4763-9864-D861DB7CCC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015B1F-5690-4186-B5DB-8CD6120F0AE9}"/>
              </a:ext>
            </a:extLst>
          </p:cNvPr>
          <p:cNvSpPr>
            <a:spLocks noGrp="1"/>
          </p:cNvSpPr>
          <p:nvPr>
            <p:ph type="sldNum" sz="quarter" idx="12"/>
          </p:nvPr>
        </p:nvSpPr>
        <p:spPr/>
        <p:txBody>
          <a:bodyPr/>
          <a:lstStyle/>
          <a:p>
            <a:fld id="{FC6E2135-BA1F-4A81-97E5-290A28BAD322}" type="slidenum">
              <a:rPr lang="en-US" smtClean="0"/>
              <a:t>‹#›</a:t>
            </a:fld>
            <a:endParaRPr lang="en-US"/>
          </a:p>
        </p:txBody>
      </p:sp>
    </p:spTree>
    <p:extLst>
      <p:ext uri="{BB962C8B-B14F-4D97-AF65-F5344CB8AC3E}">
        <p14:creationId xmlns:p14="http://schemas.microsoft.com/office/powerpoint/2010/main" val="542018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www.deviantart.com/123freevectors/art/Green-Chalkboard-Background-Free-Vector-746696797"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837473B0-CC2E-450A-ABE3-18F120FF3D39}">
                <a1611:picAttrSrcUrl xmlns:a1611="http://schemas.microsoft.com/office/drawing/2016/11/main" r:id="rId14"/>
              </a:ext>
            </a:extLst>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24A761-B664-4545-A48B-C0A5BCE812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153DCD-499B-44A2-8C0C-FE95F17972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1F7691-CAC3-4CDE-94C9-70F90B3BE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B159C3-BEF8-4E27-8F8B-AD6168BA1749}" type="datetimeFigureOut">
              <a:rPr lang="en-US" smtClean="0"/>
              <a:t>10/14/2021</a:t>
            </a:fld>
            <a:endParaRPr lang="en-US"/>
          </a:p>
        </p:txBody>
      </p:sp>
      <p:sp>
        <p:nvSpPr>
          <p:cNvPr id="5" name="Footer Placeholder 4">
            <a:extLst>
              <a:ext uri="{FF2B5EF4-FFF2-40B4-BE49-F238E27FC236}">
                <a16:creationId xmlns:a16="http://schemas.microsoft.com/office/drawing/2014/main" id="{2ABF7232-0F9D-4C3E-AC2B-B07768B515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7EACDB-81D2-466E-8726-13B4B27B3A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6E2135-BA1F-4A81-97E5-290A28BAD322}" type="slidenum">
              <a:rPr lang="en-US" smtClean="0"/>
              <a:t>‹#›</a:t>
            </a:fld>
            <a:endParaRPr lang="en-US"/>
          </a:p>
        </p:txBody>
      </p:sp>
    </p:spTree>
    <p:extLst>
      <p:ext uri="{BB962C8B-B14F-4D97-AF65-F5344CB8AC3E}">
        <p14:creationId xmlns:p14="http://schemas.microsoft.com/office/powerpoint/2010/main" val="1451308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facebook.com/staxenglish" TargetMode="External"/><Relationship Id="rId2" Type="http://schemas.openxmlformats.org/officeDocument/2006/relationships/hyperlink" Target="https://bit.ly/3p2W44z" TargetMode="Externa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shorturl.at/ioCQ9"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www.facebook.com/staxenglish" TargetMode="External"/><Relationship Id="rId2" Type="http://schemas.openxmlformats.org/officeDocument/2006/relationships/hyperlink" Target="https://bit.ly/3p2W44z" TargetMode="Externa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shorturl.at/ioCQ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752AA7EE-3931-4AFF-9B1D-C355A9122259}"/>
              </a:ext>
            </a:extLst>
          </p:cNvPr>
          <p:cNvSpPr>
            <a:spLocks noGrp="1"/>
          </p:cNvSpPr>
          <p:nvPr>
            <p:ph type="subTitle" idx="1"/>
          </p:nvPr>
        </p:nvSpPr>
        <p:spPr/>
        <p:txBody>
          <a:bodyPr/>
          <a:lstStyle/>
          <a:p>
            <a:r>
              <a:rPr lang="en-US" dirty="0">
                <a:ln w="0"/>
                <a:solidFill>
                  <a:schemeClr val="accent1"/>
                </a:solidFill>
                <a:effectLst>
                  <a:outerShdw blurRad="38100" dist="25400" dir="5400000" algn="ctr" rotWithShape="0">
                    <a:srgbClr val="6E747A">
                      <a:alpha val="43000"/>
                    </a:srgbClr>
                  </a:outerShdw>
                </a:effectLst>
              </a:rPr>
              <a:t>IELTS Reading: Hints &amp; Practice</a:t>
            </a:r>
          </a:p>
        </p:txBody>
      </p:sp>
      <p:sp>
        <p:nvSpPr>
          <p:cNvPr id="6" name="TextBox 5">
            <a:extLst>
              <a:ext uri="{FF2B5EF4-FFF2-40B4-BE49-F238E27FC236}">
                <a16:creationId xmlns:a16="http://schemas.microsoft.com/office/drawing/2014/main" id="{54BC83E2-92CA-4EF5-9434-D4F4A558C92F}"/>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8" name="Picture 7">
            <a:extLst>
              <a:ext uri="{FF2B5EF4-FFF2-40B4-BE49-F238E27FC236}">
                <a16:creationId xmlns:a16="http://schemas.microsoft.com/office/drawing/2014/main" id="{B1965A5E-B415-484D-B886-9175599E8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8511" y="-244873"/>
            <a:ext cx="4554978" cy="4554978"/>
          </a:xfrm>
          <a:prstGeom prst="rect">
            <a:avLst/>
          </a:prstGeom>
        </p:spPr>
      </p:pic>
    </p:spTree>
    <p:extLst>
      <p:ext uri="{BB962C8B-B14F-4D97-AF65-F5344CB8AC3E}">
        <p14:creationId xmlns:p14="http://schemas.microsoft.com/office/powerpoint/2010/main" val="1472801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1E230-FA91-4099-96C4-65FBA4A3803C}"/>
              </a:ext>
            </a:extLst>
          </p:cNvPr>
          <p:cNvSpPr>
            <a:spLocks noGrp="1"/>
          </p:cNvSpPr>
          <p:nvPr>
            <p:ph type="title"/>
          </p:nvPr>
        </p:nvSpPr>
        <p:spPr/>
        <p:txBody>
          <a:bodyPr/>
          <a:lstStyle/>
          <a:p>
            <a:pPr algn="ctr"/>
            <a:r>
              <a:rPr lang="en-US" b="1" dirty="0"/>
              <a:t>Before we begin…</a:t>
            </a:r>
          </a:p>
        </p:txBody>
      </p:sp>
      <p:sp>
        <p:nvSpPr>
          <p:cNvPr id="4" name="Content Placeholder 3">
            <a:extLst>
              <a:ext uri="{FF2B5EF4-FFF2-40B4-BE49-F238E27FC236}">
                <a16:creationId xmlns:a16="http://schemas.microsoft.com/office/drawing/2014/main" id="{693F2001-4F25-4483-A7B1-EB0E95111E96}"/>
              </a:ext>
            </a:extLst>
          </p:cNvPr>
          <p:cNvSpPr>
            <a:spLocks noGrp="1"/>
          </p:cNvSpPr>
          <p:nvPr>
            <p:ph idx="1"/>
          </p:nvPr>
        </p:nvSpPr>
        <p:spPr>
          <a:xfrm>
            <a:off x="85725" y="1825625"/>
            <a:ext cx="12106275" cy="4832350"/>
          </a:xfrm>
        </p:spPr>
        <p:txBody>
          <a:bodyPr>
            <a:normAutofit lnSpcReduction="10000"/>
          </a:bodyPr>
          <a:lstStyle/>
          <a:p>
            <a:r>
              <a:rPr lang="en-US" dirty="0"/>
              <a:t>This is a free lesson to help you improve your IELTS Reading skills</a:t>
            </a:r>
          </a:p>
          <a:p>
            <a:r>
              <a:rPr lang="en-US" dirty="0"/>
              <a:t>Please help to support us by…</a:t>
            </a:r>
            <a:br>
              <a:rPr lang="en-US" dirty="0"/>
            </a:br>
            <a:endParaRPr lang="en-US" dirty="0"/>
          </a:p>
          <a:p>
            <a:r>
              <a:rPr lang="en-US" dirty="0"/>
              <a:t>Signing up for the </a:t>
            </a:r>
            <a:r>
              <a:rPr lang="en-US" b="1" i="1" dirty="0" err="1"/>
              <a:t>Stax</a:t>
            </a:r>
            <a:r>
              <a:rPr lang="en-US" b="1" i="1" dirty="0"/>
              <a:t> English</a:t>
            </a:r>
            <a:r>
              <a:rPr lang="en-US" b="1" dirty="0"/>
              <a:t> $1 IELTS</a:t>
            </a:r>
            <a:r>
              <a:rPr lang="en-US" dirty="0"/>
              <a:t> Reading &amp; Listening online course here: </a:t>
            </a:r>
            <a:r>
              <a:rPr lang="en-US" b="1" dirty="0">
                <a:solidFill>
                  <a:srgbClr val="00B0F0"/>
                </a:solidFill>
                <a:hlinkClick r:id="rId2"/>
              </a:rPr>
              <a:t>https://bit.ly/3p2W44z</a:t>
            </a:r>
            <a:r>
              <a:rPr lang="en-US" b="1" dirty="0">
                <a:solidFill>
                  <a:srgbClr val="00B0F0"/>
                </a:solidFill>
              </a:rPr>
              <a:t>  </a:t>
            </a:r>
            <a:br>
              <a:rPr lang="en-US" b="1" dirty="0">
                <a:solidFill>
                  <a:srgbClr val="00B0F0"/>
                </a:solidFill>
              </a:rPr>
            </a:br>
            <a:endParaRPr lang="en-US" dirty="0">
              <a:solidFill>
                <a:srgbClr val="00B0F0"/>
              </a:solidFill>
            </a:endParaRPr>
          </a:p>
          <a:p>
            <a:r>
              <a:rPr lang="en-US" dirty="0"/>
              <a:t>Liking us on Facebook here: </a:t>
            </a:r>
            <a:br>
              <a:rPr lang="en-US" dirty="0"/>
            </a:br>
            <a:r>
              <a:rPr lang="en-US" b="1" dirty="0">
                <a:solidFill>
                  <a:srgbClr val="00B0F0"/>
                </a:solidFill>
                <a:hlinkClick r:id="rId3">
                  <a:extLst>
                    <a:ext uri="{A12FA001-AC4F-418D-AE19-62706E023703}">
                      <ahyp:hlinkClr xmlns:ahyp="http://schemas.microsoft.com/office/drawing/2018/hyperlinkcolor" val="tx"/>
                    </a:ext>
                  </a:extLst>
                </a:hlinkClick>
              </a:rPr>
              <a:t>https://www.facebook.com/staxenglish</a:t>
            </a:r>
            <a:r>
              <a:rPr lang="en-US" b="1" dirty="0">
                <a:solidFill>
                  <a:srgbClr val="00B0F0"/>
                </a:solidFill>
              </a:rPr>
              <a:t> </a:t>
            </a:r>
          </a:p>
          <a:p>
            <a:pPr marL="0" indent="0">
              <a:buNone/>
            </a:pPr>
            <a:endParaRPr lang="en-US" dirty="0">
              <a:solidFill>
                <a:srgbClr val="00B0F0"/>
              </a:solidFill>
            </a:endParaRPr>
          </a:p>
          <a:p>
            <a:r>
              <a:rPr lang="en-US" dirty="0"/>
              <a:t>Downloading our English Games app for Android at: </a:t>
            </a:r>
            <a:br>
              <a:rPr lang="en-US" dirty="0"/>
            </a:br>
            <a:r>
              <a:rPr lang="en-US" b="1" dirty="0">
                <a:solidFill>
                  <a:srgbClr val="00B0F0"/>
                </a:solidFill>
                <a:hlinkClick r:id="rId4">
                  <a:extLst>
                    <a:ext uri="{A12FA001-AC4F-418D-AE19-62706E023703}">
                      <ahyp:hlinkClr xmlns:ahyp="http://schemas.microsoft.com/office/drawing/2018/hyperlinkcolor" val="tx"/>
                    </a:ext>
                  </a:extLst>
                </a:hlinkClick>
              </a:rPr>
              <a:t>https://shorturl.at/ioCQ9</a:t>
            </a:r>
            <a:r>
              <a:rPr lang="en-US" b="1" dirty="0">
                <a:solidFill>
                  <a:srgbClr val="00B0F0"/>
                </a:solidFill>
              </a:rPr>
              <a:t>  </a:t>
            </a:r>
          </a:p>
          <a:p>
            <a:endParaRPr lang="en-US" dirty="0"/>
          </a:p>
        </p:txBody>
      </p:sp>
      <p:sp>
        <p:nvSpPr>
          <p:cNvPr id="6" name="TextBox 5">
            <a:extLst>
              <a:ext uri="{FF2B5EF4-FFF2-40B4-BE49-F238E27FC236}">
                <a16:creationId xmlns:a16="http://schemas.microsoft.com/office/drawing/2014/main" id="{A4834CD5-3EC5-4154-84D1-C6ABD0CA0E2D}"/>
              </a:ext>
            </a:extLst>
          </p:cNvPr>
          <p:cNvSpPr txBox="1"/>
          <p:nvPr/>
        </p:nvSpPr>
        <p:spPr>
          <a:xfrm>
            <a:off x="0" y="0"/>
            <a:ext cx="4741491" cy="369332"/>
          </a:xfrm>
          <a:prstGeom prst="rect">
            <a:avLst/>
          </a:prstGeom>
          <a:noFill/>
        </p:spPr>
        <p:txBody>
          <a:bodyPr wrap="none" rtlCol="0">
            <a:spAutoFit/>
          </a:bodyPr>
          <a:lstStyle/>
          <a:p>
            <a:r>
              <a:rPr lang="en-US" dirty="0"/>
              <a:t>Learn IELTS for just $1 at </a:t>
            </a:r>
            <a:r>
              <a:rPr lang="en-US" dirty="0">
                <a:solidFill>
                  <a:srgbClr val="00B0F0"/>
                </a:solidFill>
                <a:hlinkClick r:id="rId2"/>
              </a:rPr>
              <a:t>https://bit.ly/3p2W44z</a:t>
            </a:r>
            <a:r>
              <a:rPr lang="en-US" dirty="0">
                <a:solidFill>
                  <a:srgbClr val="00B0F0"/>
                </a:solidFill>
              </a:rPr>
              <a:t> </a:t>
            </a:r>
          </a:p>
        </p:txBody>
      </p:sp>
      <p:pic>
        <p:nvPicPr>
          <p:cNvPr id="7" name="Picture 6">
            <a:extLst>
              <a:ext uri="{FF2B5EF4-FFF2-40B4-BE49-F238E27FC236}">
                <a16:creationId xmlns:a16="http://schemas.microsoft.com/office/drawing/2014/main" id="{D84CA95D-2C33-464F-A9CF-49862FFE49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1158673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752AA7EE-3931-4AFF-9B1D-C355A9122259}"/>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3246EF5B-7585-4714-83D4-1837CBE999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438150"/>
            <a:ext cx="11430000" cy="5981700"/>
          </a:xfrm>
          <a:prstGeom prst="rect">
            <a:avLst/>
          </a:prstGeom>
        </p:spPr>
      </p:pic>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spTree>
    <p:extLst>
      <p:ext uri="{BB962C8B-B14F-4D97-AF65-F5344CB8AC3E}">
        <p14:creationId xmlns:p14="http://schemas.microsoft.com/office/powerpoint/2010/main" val="3139031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p:txBody>
          <a:bodyPr>
            <a:normAutofit fontScale="90000"/>
          </a:bodyPr>
          <a:lstStyle/>
          <a:p>
            <a:r>
              <a:rPr lang="en-US" dirty="0"/>
              <a:t>Skills required:</a:t>
            </a:r>
            <a:br>
              <a:rPr lang="en-US" dirty="0"/>
            </a:br>
            <a:br>
              <a:rPr lang="en-US" dirty="0"/>
            </a:br>
            <a:endParaRPr lang="en-US" dirty="0"/>
          </a:p>
        </p:txBody>
      </p:sp>
      <p:sp>
        <p:nvSpPr>
          <p:cNvPr id="3" name="Subtitle 2">
            <a:extLst>
              <a:ext uri="{FF2B5EF4-FFF2-40B4-BE49-F238E27FC236}">
                <a16:creationId xmlns:a16="http://schemas.microsoft.com/office/drawing/2014/main" id="{752AA7EE-3931-4AFF-9B1D-C355A9122259}"/>
              </a:ext>
            </a:extLst>
          </p:cNvPr>
          <p:cNvSpPr>
            <a:spLocks noGrp="1"/>
          </p:cNvSpPr>
          <p:nvPr>
            <p:ph type="subTitle" idx="1"/>
          </p:nvPr>
        </p:nvSpPr>
        <p:spPr/>
        <p:txBody>
          <a:bodyPr/>
          <a:lstStyle/>
          <a:p>
            <a:pPr marL="342900" indent="-342900">
              <a:buFont typeface="Arial" panose="020B0604020202020204" pitchFamily="34" charset="0"/>
              <a:buChar char="•"/>
            </a:pPr>
            <a:r>
              <a:rPr lang="en-US" b="1" dirty="0"/>
              <a:t>Prediction</a:t>
            </a:r>
          </a:p>
          <a:p>
            <a:pPr marL="342900" indent="-342900">
              <a:buFont typeface="Arial" panose="020B0604020202020204" pitchFamily="34" charset="0"/>
              <a:buChar char="•"/>
            </a:pPr>
            <a:r>
              <a:rPr lang="en-US" b="1" dirty="0"/>
              <a:t>Finding specific information</a:t>
            </a:r>
          </a:p>
          <a:p>
            <a:pPr marL="342900" indent="-342900">
              <a:buFont typeface="Arial" panose="020B0604020202020204" pitchFamily="34" charset="0"/>
              <a:buChar char="•"/>
            </a:pPr>
            <a:r>
              <a:rPr lang="en-US" b="1" dirty="0"/>
              <a:t>Identifying opinion</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3172653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dirty="0"/>
              <a:t>Prediction</a:t>
            </a:r>
          </a:p>
        </p:txBody>
      </p:sp>
      <p:sp>
        <p:nvSpPr>
          <p:cNvPr id="3" name="Subtitle 2">
            <a:extLst>
              <a:ext uri="{FF2B5EF4-FFF2-40B4-BE49-F238E27FC236}">
                <a16:creationId xmlns:a16="http://schemas.microsoft.com/office/drawing/2014/main" id="{752AA7EE-3931-4AFF-9B1D-C355A9122259}"/>
              </a:ext>
            </a:extLst>
          </p:cNvPr>
          <p:cNvSpPr>
            <a:spLocks noGrp="1"/>
          </p:cNvSpPr>
          <p:nvPr>
            <p:ph type="subTitle" idx="1"/>
          </p:nvPr>
        </p:nvSpPr>
        <p:spPr>
          <a:xfrm>
            <a:off x="1524000" y="4013200"/>
            <a:ext cx="9144000" cy="2692400"/>
          </a:xfrm>
        </p:spPr>
        <p:txBody>
          <a:bodyPr>
            <a:normAutofit fontScale="85000" lnSpcReduction="20000"/>
          </a:bodyPr>
          <a:lstStyle/>
          <a:p>
            <a:pPr algn="l"/>
            <a:r>
              <a:rPr lang="en-US" b="0" i="0" dirty="0">
                <a:effectLst/>
                <a:latin typeface="Arial" panose="020B0604020202020204" pitchFamily="34" charset="0"/>
              </a:rPr>
              <a:t>Prediction is the ability to make an early </a:t>
            </a:r>
            <a:r>
              <a:rPr lang="en-US" b="0" i="1" dirty="0">
                <a:effectLst/>
                <a:latin typeface="Arial" panose="020B0604020202020204" pitchFamily="34" charset="0"/>
              </a:rPr>
              <a:t>educated guess </a:t>
            </a:r>
            <a:r>
              <a:rPr lang="en-US" b="0" i="0" dirty="0">
                <a:effectLst/>
                <a:latin typeface="Arial" panose="020B0604020202020204" pitchFamily="34" charset="0"/>
              </a:rPr>
              <a:t>about what type of word is likely to go in the blank space</a:t>
            </a:r>
          </a:p>
          <a:p>
            <a:pPr algn="l"/>
            <a:r>
              <a:rPr lang="en-US" b="0" i="0" dirty="0">
                <a:effectLst/>
                <a:latin typeface="Arial" panose="020B0604020202020204" pitchFamily="34" charset="0"/>
              </a:rPr>
              <a:t>When you read the summary, try to predict the type of word you’ll need to fill each gap from the context of the sentence. Is it an adjective, a noun, a verb, </a:t>
            </a:r>
            <a:r>
              <a:rPr lang="en-US" b="0" i="0" dirty="0" err="1">
                <a:effectLst/>
                <a:latin typeface="Arial" panose="020B0604020202020204" pitchFamily="34" charset="0"/>
              </a:rPr>
              <a:t>etc</a:t>
            </a:r>
            <a:r>
              <a:rPr lang="en-US" b="0" i="0" dirty="0">
                <a:effectLst/>
                <a:latin typeface="Arial" panose="020B0604020202020204" pitchFamily="34" charset="0"/>
              </a:rPr>
              <a:t>? </a:t>
            </a:r>
          </a:p>
          <a:p>
            <a:pPr algn="l"/>
            <a:r>
              <a:rPr lang="en-US" b="0" i="0" dirty="0">
                <a:effectLst/>
                <a:latin typeface="Arial" panose="020B0604020202020204" pitchFamily="34" charset="0"/>
              </a:rPr>
              <a:t>Doing this will make it much easier to spot the correct word because you’ll have a big clue as to what you’re looking for.</a:t>
            </a:r>
          </a:p>
          <a:p>
            <a:pPr algn="l"/>
            <a:r>
              <a:rPr lang="en-US" b="0" i="0" dirty="0">
                <a:effectLst/>
                <a:latin typeface="Arial" panose="020B0604020202020204" pitchFamily="34" charset="0"/>
              </a:rPr>
              <a:t>If you are able to predict the word form, e.g. an adjective, look for the adjective closest to the key word in the text. This will probably be the word you need or a synonym of it. I’ll illustrate this when we come to the example exercise.</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1026" name="Picture 2">
            <a:extLst>
              <a:ext uri="{FF2B5EF4-FFF2-40B4-BE49-F238E27FC236}">
                <a16:creationId xmlns:a16="http://schemas.microsoft.com/office/drawing/2014/main" id="{38A10A68-F74F-40DB-AC6C-525E9973D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74" y="1014773"/>
            <a:ext cx="5182765" cy="293941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451098E-0728-4DF1-95E9-C012AA0142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9563" y="954900"/>
            <a:ext cx="4941887" cy="29992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3938914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dirty="0"/>
              <a:t>Prediction</a:t>
            </a:r>
          </a:p>
        </p:txBody>
      </p:sp>
      <p:sp>
        <p:nvSpPr>
          <p:cNvPr id="3" name="Subtitle 2">
            <a:extLst>
              <a:ext uri="{FF2B5EF4-FFF2-40B4-BE49-F238E27FC236}">
                <a16:creationId xmlns:a16="http://schemas.microsoft.com/office/drawing/2014/main" id="{752AA7EE-3931-4AFF-9B1D-C355A9122259}"/>
              </a:ext>
            </a:extLst>
          </p:cNvPr>
          <p:cNvSpPr>
            <a:spLocks noGrp="1"/>
          </p:cNvSpPr>
          <p:nvPr>
            <p:ph type="subTitle" idx="1"/>
          </p:nvPr>
        </p:nvSpPr>
        <p:spPr>
          <a:xfrm>
            <a:off x="1524000" y="4013200"/>
            <a:ext cx="9144000" cy="2692400"/>
          </a:xfrm>
        </p:spPr>
        <p:txBody>
          <a:bodyPr>
            <a:normAutofit/>
          </a:bodyPr>
          <a:lstStyle/>
          <a:p>
            <a:pPr algn="l"/>
            <a:r>
              <a:rPr lang="en-US" dirty="0">
                <a:latin typeface="Arial" panose="020B0604020202020204" pitchFamily="34" charset="0"/>
              </a:rPr>
              <a:t>All adjectives.                                                              All nouns.</a:t>
            </a:r>
            <a:endParaRPr lang="en-US" b="0" i="0" dirty="0">
              <a:effectLst/>
              <a:latin typeface="Arial" panose="020B0604020202020204" pitchFamily="34" charset="0"/>
            </a:endParaRP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1026" name="Picture 2">
            <a:extLst>
              <a:ext uri="{FF2B5EF4-FFF2-40B4-BE49-F238E27FC236}">
                <a16:creationId xmlns:a16="http://schemas.microsoft.com/office/drawing/2014/main" id="{38A10A68-F74F-40DB-AC6C-525E9973D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74" y="1014773"/>
            <a:ext cx="5182765" cy="293941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451098E-0728-4DF1-95E9-C012AA0142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9563" y="954900"/>
            <a:ext cx="4941887" cy="29992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2067757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dirty="0"/>
              <a:t>Finding specific information</a:t>
            </a:r>
          </a:p>
        </p:txBody>
      </p:sp>
      <p:sp>
        <p:nvSpPr>
          <p:cNvPr id="3" name="Subtitle 2">
            <a:extLst>
              <a:ext uri="{FF2B5EF4-FFF2-40B4-BE49-F238E27FC236}">
                <a16:creationId xmlns:a16="http://schemas.microsoft.com/office/drawing/2014/main" id="{752AA7EE-3931-4AFF-9B1D-C355A9122259}"/>
              </a:ext>
            </a:extLst>
          </p:cNvPr>
          <p:cNvSpPr>
            <a:spLocks noGrp="1"/>
          </p:cNvSpPr>
          <p:nvPr>
            <p:ph type="subTitle" idx="1"/>
          </p:nvPr>
        </p:nvSpPr>
        <p:spPr>
          <a:xfrm>
            <a:off x="1524000" y="4676775"/>
            <a:ext cx="9144000" cy="2647950"/>
          </a:xfrm>
        </p:spPr>
        <p:txBody>
          <a:bodyPr>
            <a:normAutofit/>
          </a:bodyPr>
          <a:lstStyle/>
          <a:p>
            <a:pPr algn="l"/>
            <a:r>
              <a:rPr lang="en-US" b="0" i="0" dirty="0">
                <a:effectLst/>
                <a:latin typeface="Arial" panose="020B0604020202020204" pitchFamily="34" charset="0"/>
              </a:rPr>
              <a:t>You will first have to be able to </a:t>
            </a:r>
            <a:r>
              <a:rPr lang="en-US" b="0" i="1" dirty="0">
                <a:effectLst/>
                <a:latin typeface="Arial" panose="020B0604020202020204" pitchFamily="34" charset="0"/>
              </a:rPr>
              <a:t>skim</a:t>
            </a:r>
            <a:r>
              <a:rPr lang="en-US" b="0" i="0" dirty="0">
                <a:effectLst/>
                <a:latin typeface="Arial" panose="020B0604020202020204" pitchFamily="34" charset="0"/>
              </a:rPr>
              <a:t> the reading text to get a general meaning of each paragraph.</a:t>
            </a:r>
          </a:p>
          <a:p>
            <a:pPr algn="l"/>
            <a:r>
              <a:rPr lang="en-US" b="0" i="0" dirty="0">
                <a:effectLst/>
                <a:latin typeface="Arial" panose="020B0604020202020204" pitchFamily="34" charset="0"/>
              </a:rPr>
              <a:t>You will also have to </a:t>
            </a:r>
            <a:r>
              <a:rPr lang="en-US" b="0" i="1" dirty="0">
                <a:effectLst/>
                <a:latin typeface="Arial" panose="020B0604020202020204" pitchFamily="34" charset="0"/>
              </a:rPr>
              <a:t>scan</a:t>
            </a:r>
            <a:r>
              <a:rPr lang="en-US" b="0" i="0" dirty="0">
                <a:effectLst/>
                <a:latin typeface="Arial" panose="020B0604020202020204" pitchFamily="34" charset="0"/>
              </a:rPr>
              <a:t> for specific words within the paragraphs. It is more likely that you will be looking for synonyms (different words that mean the same or nearly the same) and paraphrases rather than keywords from the question statements.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pic>
        <p:nvPicPr>
          <p:cNvPr id="2050" name="Picture 2" descr="SKIMMING AND SKIPPING Communication Skills What is Skimming">
            <a:extLst>
              <a:ext uri="{FF2B5EF4-FFF2-40B4-BE49-F238E27FC236}">
                <a16:creationId xmlns:a16="http://schemas.microsoft.com/office/drawing/2014/main" id="{3704E430-21B5-42DD-8B2F-6C86FC4103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25" y="1104900"/>
            <a:ext cx="6524626" cy="3571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4409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dirty="0"/>
              <a:t>Finding specific information</a:t>
            </a:r>
          </a:p>
        </p:txBody>
      </p:sp>
      <p:sp>
        <p:nvSpPr>
          <p:cNvPr id="3" name="Subtitle 2">
            <a:extLst>
              <a:ext uri="{FF2B5EF4-FFF2-40B4-BE49-F238E27FC236}">
                <a16:creationId xmlns:a16="http://schemas.microsoft.com/office/drawing/2014/main" id="{752AA7EE-3931-4AFF-9B1D-C355A9122259}"/>
              </a:ext>
            </a:extLst>
          </p:cNvPr>
          <p:cNvSpPr>
            <a:spLocks noGrp="1"/>
          </p:cNvSpPr>
          <p:nvPr>
            <p:ph type="subTitle" idx="1"/>
          </p:nvPr>
        </p:nvSpPr>
        <p:spPr>
          <a:xfrm>
            <a:off x="1524000" y="1775055"/>
            <a:ext cx="9144000" cy="5549670"/>
          </a:xfrm>
        </p:spPr>
        <p:txBody>
          <a:bodyPr>
            <a:normAutofit/>
          </a:bodyPr>
          <a:lstStyle/>
          <a:p>
            <a:pPr algn="l"/>
            <a:r>
              <a:rPr lang="en-US" dirty="0">
                <a:latin typeface="Arial" panose="020B0604020202020204" pitchFamily="34" charset="0"/>
              </a:rPr>
              <a:t>Specific information could be a noun: names, dates, places – This information will </a:t>
            </a:r>
            <a:r>
              <a:rPr lang="en-US" i="1" dirty="0">
                <a:latin typeface="Arial" panose="020B0604020202020204" pitchFamily="34" charset="0"/>
              </a:rPr>
              <a:t>not</a:t>
            </a:r>
            <a:r>
              <a:rPr lang="en-US" dirty="0">
                <a:latin typeface="Arial" panose="020B0604020202020204" pitchFamily="34" charset="0"/>
              </a:rPr>
              <a:t> change.</a:t>
            </a:r>
          </a:p>
          <a:p>
            <a:pPr algn="l"/>
            <a:endParaRPr lang="en-US" b="0" i="0" dirty="0">
              <a:effectLst/>
              <a:latin typeface="Arial" panose="020B0604020202020204" pitchFamily="34" charset="0"/>
            </a:endParaRPr>
          </a:p>
          <a:p>
            <a:pPr algn="l"/>
            <a:r>
              <a:rPr lang="en-US" dirty="0">
                <a:latin typeface="Arial" panose="020B0604020202020204" pitchFamily="34" charset="0"/>
              </a:rPr>
              <a:t>Specific information could also be an adjective or a verb – This information </a:t>
            </a:r>
            <a:r>
              <a:rPr lang="en-US" i="1" dirty="0">
                <a:latin typeface="Arial" panose="020B0604020202020204" pitchFamily="34" charset="0"/>
              </a:rPr>
              <a:t>can </a:t>
            </a:r>
            <a:r>
              <a:rPr lang="en-US" dirty="0">
                <a:latin typeface="Arial" panose="020B0604020202020204" pitchFamily="34" charset="0"/>
              </a:rPr>
              <a:t>change. </a:t>
            </a:r>
          </a:p>
          <a:p>
            <a:pPr algn="l"/>
            <a:endParaRPr lang="en-US" b="0" i="0" dirty="0">
              <a:effectLst/>
              <a:latin typeface="Arial" panose="020B0604020202020204" pitchFamily="34" charset="0"/>
            </a:endParaRPr>
          </a:p>
          <a:p>
            <a:pPr algn="l"/>
            <a:r>
              <a:rPr lang="en-US" dirty="0">
                <a:latin typeface="Arial" panose="020B0604020202020204" pitchFamily="34" charset="0"/>
              </a:rPr>
              <a:t>For this reason, it’s important to brush up on </a:t>
            </a:r>
            <a:r>
              <a:rPr lang="en-US" i="1" dirty="0">
                <a:latin typeface="Arial" panose="020B0604020202020204" pitchFamily="34" charset="0"/>
              </a:rPr>
              <a:t>paraphrasing</a:t>
            </a:r>
            <a:r>
              <a:rPr lang="en-US" dirty="0">
                <a:latin typeface="Arial" panose="020B0604020202020204" pitchFamily="34" charset="0"/>
              </a:rPr>
              <a:t> and </a:t>
            </a:r>
            <a:r>
              <a:rPr lang="en-US" i="1" dirty="0">
                <a:latin typeface="Arial" panose="020B0604020202020204" pitchFamily="34" charset="0"/>
              </a:rPr>
              <a:t>synonyms. </a:t>
            </a:r>
            <a:endParaRPr lang="en-US" b="0" i="0" dirty="0">
              <a:effectLst/>
              <a:latin typeface="Arial" panose="020B0604020202020204" pitchFamily="34" charset="0"/>
            </a:endParaRP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3129058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dirty="0"/>
              <a:t>Identifying opinion</a:t>
            </a:r>
          </a:p>
        </p:txBody>
      </p:sp>
      <p:sp>
        <p:nvSpPr>
          <p:cNvPr id="3" name="Subtitle 2">
            <a:extLst>
              <a:ext uri="{FF2B5EF4-FFF2-40B4-BE49-F238E27FC236}">
                <a16:creationId xmlns:a16="http://schemas.microsoft.com/office/drawing/2014/main" id="{752AA7EE-3931-4AFF-9B1D-C355A9122259}"/>
              </a:ext>
            </a:extLst>
          </p:cNvPr>
          <p:cNvSpPr>
            <a:spLocks noGrp="1"/>
          </p:cNvSpPr>
          <p:nvPr>
            <p:ph type="subTitle" idx="1"/>
          </p:nvPr>
        </p:nvSpPr>
        <p:spPr>
          <a:xfrm>
            <a:off x="1524000" y="1308330"/>
            <a:ext cx="9144000" cy="5549670"/>
          </a:xfrm>
        </p:spPr>
        <p:txBody>
          <a:bodyPr>
            <a:normAutofit fontScale="92500" lnSpcReduction="10000"/>
          </a:bodyPr>
          <a:lstStyle/>
          <a:p>
            <a:pPr algn="l"/>
            <a:r>
              <a:rPr lang="en-US" dirty="0">
                <a:latin typeface="Arial" panose="020B0604020202020204" pitchFamily="34" charset="0"/>
              </a:rPr>
              <a:t>Remember, the writer’s </a:t>
            </a:r>
            <a:r>
              <a:rPr lang="en-US" i="1" dirty="0">
                <a:latin typeface="Arial" panose="020B0604020202020204" pitchFamily="34" charset="0"/>
              </a:rPr>
              <a:t>opinion </a:t>
            </a:r>
            <a:r>
              <a:rPr lang="en-US" dirty="0">
                <a:latin typeface="Arial" panose="020B0604020202020204" pitchFamily="34" charset="0"/>
              </a:rPr>
              <a:t>may not represent the facts.</a:t>
            </a:r>
          </a:p>
          <a:p>
            <a:pPr algn="l"/>
            <a:r>
              <a:rPr lang="en-US" b="0" i="0" dirty="0">
                <a:effectLst/>
                <a:latin typeface="Arial" panose="020B0604020202020204" pitchFamily="34" charset="0"/>
              </a:rPr>
              <a:t>It may not</a:t>
            </a:r>
            <a:r>
              <a:rPr lang="en-US" dirty="0">
                <a:latin typeface="Arial" panose="020B0604020202020204" pitchFamily="34" charset="0"/>
              </a:rPr>
              <a:t> be the same as </a:t>
            </a:r>
            <a:r>
              <a:rPr lang="en-US" i="1" dirty="0">
                <a:latin typeface="Arial" panose="020B0604020202020204" pitchFamily="34" charset="0"/>
              </a:rPr>
              <a:t>your </a:t>
            </a:r>
            <a:r>
              <a:rPr lang="en-US" dirty="0">
                <a:latin typeface="Arial" panose="020B0604020202020204" pitchFamily="34" charset="0"/>
              </a:rPr>
              <a:t>opinion.</a:t>
            </a:r>
          </a:p>
          <a:p>
            <a:pPr algn="l"/>
            <a:r>
              <a:rPr lang="en-US" b="0" i="0" dirty="0">
                <a:effectLst/>
                <a:latin typeface="Arial" panose="020B0604020202020204" pitchFamily="34" charset="0"/>
              </a:rPr>
              <a:t>It’s important to only draw your answers from the text. </a:t>
            </a:r>
          </a:p>
          <a:p>
            <a:pPr algn="l"/>
            <a:endParaRPr lang="en-US" dirty="0">
              <a:latin typeface="Arial" panose="020B0604020202020204" pitchFamily="34" charset="0"/>
            </a:endParaRPr>
          </a:p>
          <a:p>
            <a:pPr algn="l"/>
            <a:r>
              <a:rPr lang="en-US" b="0" i="0" dirty="0">
                <a:effectLst/>
                <a:latin typeface="Arial" panose="020B0604020202020204" pitchFamily="34" charset="0"/>
              </a:rPr>
              <a:t>With this IELTS reading question type, there will be several given statements. Your job is to decide whether they agree with the writer’s views or not. Your decision should be based only on the information from the text. There will be 3 answers: YES, NO and NOT GIVEN</a:t>
            </a:r>
          </a:p>
          <a:p>
            <a:pPr algn="l"/>
            <a:endParaRPr lang="en-US" b="0" i="0" dirty="0">
              <a:effectLst/>
              <a:latin typeface="Arial" panose="020B0604020202020204" pitchFamily="34" charset="0"/>
            </a:endParaRPr>
          </a:p>
          <a:p>
            <a:pPr algn="l"/>
            <a:r>
              <a:rPr lang="en-US" b="0" i="0" dirty="0">
                <a:effectLst/>
                <a:latin typeface="Arial" panose="020B0604020202020204" pitchFamily="34" charset="0"/>
              </a:rPr>
              <a:t>YES – If the statement agrees with or is the same as the writer’s opinions and claims that you see from the reading text</a:t>
            </a:r>
          </a:p>
          <a:p>
            <a:pPr algn="l"/>
            <a:r>
              <a:rPr lang="en-US" b="0" i="0" dirty="0">
                <a:effectLst/>
                <a:latin typeface="Arial" panose="020B0604020202020204" pitchFamily="34" charset="0"/>
              </a:rPr>
              <a:t>NO – If the statement disagrees with or contradicts the writer’s opinions and claims</a:t>
            </a:r>
          </a:p>
          <a:p>
            <a:pPr algn="l"/>
            <a:r>
              <a:rPr lang="en-US" b="0" i="0" dirty="0">
                <a:effectLst/>
                <a:latin typeface="Arial" panose="020B0604020202020204" pitchFamily="34" charset="0"/>
              </a:rPr>
              <a:t>NOT GIVEN – If you cannot find any clue from the text to decide what the writer’s opinions are.</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1971913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dirty="0"/>
              <a:t>Types of questions</a:t>
            </a:r>
          </a:p>
        </p:txBody>
      </p:sp>
      <p:sp>
        <p:nvSpPr>
          <p:cNvPr id="3" name="Subtitle 2">
            <a:extLst>
              <a:ext uri="{FF2B5EF4-FFF2-40B4-BE49-F238E27FC236}">
                <a16:creationId xmlns:a16="http://schemas.microsoft.com/office/drawing/2014/main" id="{752AA7EE-3931-4AFF-9B1D-C355A9122259}"/>
              </a:ext>
            </a:extLst>
          </p:cNvPr>
          <p:cNvSpPr>
            <a:spLocks noGrp="1"/>
          </p:cNvSpPr>
          <p:nvPr>
            <p:ph type="subTitle" idx="1"/>
          </p:nvPr>
        </p:nvSpPr>
        <p:spPr>
          <a:xfrm>
            <a:off x="1524000" y="1308330"/>
            <a:ext cx="9144000" cy="5549670"/>
          </a:xfrm>
        </p:spPr>
        <p:txBody>
          <a:bodyPr>
            <a:normAutofit/>
          </a:bodyPr>
          <a:lstStyle/>
          <a:p>
            <a:pPr algn="l"/>
            <a:r>
              <a:rPr lang="en-US" dirty="0">
                <a:solidFill>
                  <a:srgbClr val="222222"/>
                </a:solidFill>
                <a:latin typeface="Arial" panose="020B0604020202020204" pitchFamily="34" charset="0"/>
              </a:rPr>
              <a:t>Sentence completion:</a:t>
            </a:r>
          </a:p>
          <a:p>
            <a:pPr algn="l"/>
            <a:endParaRPr lang="en-US" b="0" i="0" dirty="0">
              <a:solidFill>
                <a:srgbClr val="222222"/>
              </a:solidFill>
              <a:effectLst/>
              <a:latin typeface="Arial" panose="020B0604020202020204" pitchFamily="34" charset="0"/>
            </a:endParaRPr>
          </a:p>
          <a:p>
            <a:pPr algn="l"/>
            <a:endParaRPr lang="en-US" dirty="0">
              <a:solidFill>
                <a:srgbClr val="222222"/>
              </a:solidFill>
              <a:latin typeface="Arial" panose="020B0604020202020204" pitchFamily="34" charset="0"/>
            </a:endParaRPr>
          </a:p>
          <a:p>
            <a:pPr algn="l"/>
            <a:endParaRPr lang="en-US" dirty="0">
              <a:solidFill>
                <a:srgbClr val="222222"/>
              </a:solidFill>
              <a:latin typeface="Arial" panose="020B0604020202020204" pitchFamily="34" charset="0"/>
            </a:endParaRPr>
          </a:p>
          <a:p>
            <a:pPr algn="l"/>
            <a:endParaRPr lang="en-US" b="0" i="0" dirty="0">
              <a:solidFill>
                <a:srgbClr val="222222"/>
              </a:solidFill>
              <a:effectLst/>
              <a:latin typeface="Arial" panose="020B0604020202020204" pitchFamily="34" charset="0"/>
            </a:endParaRPr>
          </a:p>
          <a:p>
            <a:pPr algn="l"/>
            <a:endParaRPr lang="en-US" dirty="0">
              <a:solidFill>
                <a:srgbClr val="222222"/>
              </a:solidFill>
              <a:latin typeface="Arial" panose="020B0604020202020204" pitchFamily="34" charset="0"/>
            </a:endParaRPr>
          </a:p>
          <a:p>
            <a:pPr algn="l"/>
            <a:r>
              <a:rPr lang="en-US" b="0" i="0" dirty="0">
                <a:solidFill>
                  <a:srgbClr val="222222"/>
                </a:solidFill>
                <a:effectLst/>
                <a:latin typeface="Arial" panose="020B0604020202020204" pitchFamily="34" charset="0"/>
              </a:rPr>
              <a:t>Multiple choice:</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pic>
        <p:nvPicPr>
          <p:cNvPr id="5" name="Picture 4">
            <a:extLst>
              <a:ext uri="{FF2B5EF4-FFF2-40B4-BE49-F238E27FC236}">
                <a16:creationId xmlns:a16="http://schemas.microsoft.com/office/drawing/2014/main" id="{9A078E00-93DA-44F3-B0EF-06E94C48A8D5}"/>
              </a:ext>
            </a:extLst>
          </p:cNvPr>
          <p:cNvPicPr>
            <a:picLocks noChangeAspect="1"/>
          </p:cNvPicPr>
          <p:nvPr/>
        </p:nvPicPr>
        <p:blipFill>
          <a:blip r:embed="rId3"/>
          <a:stretch>
            <a:fillRect/>
          </a:stretch>
        </p:blipFill>
        <p:spPr>
          <a:xfrm>
            <a:off x="1592371" y="1775055"/>
            <a:ext cx="4816257" cy="1882303"/>
          </a:xfrm>
          <a:prstGeom prst="rect">
            <a:avLst/>
          </a:prstGeom>
        </p:spPr>
      </p:pic>
      <p:pic>
        <p:nvPicPr>
          <p:cNvPr id="9" name="Picture 8">
            <a:extLst>
              <a:ext uri="{FF2B5EF4-FFF2-40B4-BE49-F238E27FC236}">
                <a16:creationId xmlns:a16="http://schemas.microsoft.com/office/drawing/2014/main" id="{CBCB3700-FA57-4365-A66A-71FF1D065D46}"/>
              </a:ext>
            </a:extLst>
          </p:cNvPr>
          <p:cNvPicPr>
            <a:picLocks noChangeAspect="1"/>
          </p:cNvPicPr>
          <p:nvPr/>
        </p:nvPicPr>
        <p:blipFill>
          <a:blip r:embed="rId4"/>
          <a:stretch>
            <a:fillRect/>
          </a:stretch>
        </p:blipFill>
        <p:spPr>
          <a:xfrm>
            <a:off x="1592371" y="4522388"/>
            <a:ext cx="5845047" cy="1889924"/>
          </a:xfrm>
          <a:prstGeom prst="rect">
            <a:avLst/>
          </a:prstGeom>
        </p:spPr>
      </p:pic>
    </p:spTree>
    <p:extLst>
      <p:ext uri="{BB962C8B-B14F-4D97-AF65-F5344CB8AC3E}">
        <p14:creationId xmlns:p14="http://schemas.microsoft.com/office/powerpoint/2010/main" val="2557995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dirty="0"/>
              <a:t>Sentence completion</a:t>
            </a:r>
          </a:p>
        </p:txBody>
      </p:sp>
      <p:sp>
        <p:nvSpPr>
          <p:cNvPr id="3" name="Subtitle 2">
            <a:extLst>
              <a:ext uri="{FF2B5EF4-FFF2-40B4-BE49-F238E27FC236}">
                <a16:creationId xmlns:a16="http://schemas.microsoft.com/office/drawing/2014/main" id="{752AA7EE-3931-4AFF-9B1D-C355A9122259}"/>
              </a:ext>
            </a:extLst>
          </p:cNvPr>
          <p:cNvSpPr>
            <a:spLocks noGrp="1"/>
          </p:cNvSpPr>
          <p:nvPr>
            <p:ph type="subTitle" idx="1"/>
          </p:nvPr>
        </p:nvSpPr>
        <p:spPr>
          <a:xfrm>
            <a:off x="1524000" y="1308330"/>
            <a:ext cx="9144000" cy="5549670"/>
          </a:xfrm>
        </p:spPr>
        <p:txBody>
          <a:bodyPr>
            <a:normAutofit/>
          </a:bodyPr>
          <a:lstStyle/>
          <a:p>
            <a:pPr algn="l"/>
            <a:endParaRPr lang="en-US" b="0" i="0" dirty="0">
              <a:solidFill>
                <a:srgbClr val="222222"/>
              </a:solidFill>
              <a:effectLst/>
              <a:latin typeface="Arial" panose="020B0604020202020204" pitchFamily="34" charset="0"/>
            </a:endParaRP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pic>
        <p:nvPicPr>
          <p:cNvPr id="13" name="Picture 12">
            <a:extLst>
              <a:ext uri="{FF2B5EF4-FFF2-40B4-BE49-F238E27FC236}">
                <a16:creationId xmlns:a16="http://schemas.microsoft.com/office/drawing/2014/main" id="{A382D325-BD37-4B4A-B9A8-6C3C19902E42}"/>
              </a:ext>
            </a:extLst>
          </p:cNvPr>
          <p:cNvPicPr>
            <a:picLocks noChangeAspect="1"/>
          </p:cNvPicPr>
          <p:nvPr/>
        </p:nvPicPr>
        <p:blipFill>
          <a:blip r:embed="rId3"/>
          <a:stretch>
            <a:fillRect/>
          </a:stretch>
        </p:blipFill>
        <p:spPr>
          <a:xfrm>
            <a:off x="1523999" y="1241573"/>
            <a:ext cx="9143999" cy="5616427"/>
          </a:xfrm>
          <a:prstGeom prst="rect">
            <a:avLst/>
          </a:prstGeom>
        </p:spPr>
      </p:pic>
    </p:spTree>
    <p:extLst>
      <p:ext uri="{BB962C8B-B14F-4D97-AF65-F5344CB8AC3E}">
        <p14:creationId xmlns:p14="http://schemas.microsoft.com/office/powerpoint/2010/main" val="4111898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dirty="0"/>
              <a:t>Sentence completion</a:t>
            </a:r>
          </a:p>
        </p:txBody>
      </p:sp>
      <p:sp>
        <p:nvSpPr>
          <p:cNvPr id="3" name="Subtitle 2">
            <a:extLst>
              <a:ext uri="{FF2B5EF4-FFF2-40B4-BE49-F238E27FC236}">
                <a16:creationId xmlns:a16="http://schemas.microsoft.com/office/drawing/2014/main" id="{752AA7EE-3931-4AFF-9B1D-C355A9122259}"/>
              </a:ext>
            </a:extLst>
          </p:cNvPr>
          <p:cNvSpPr>
            <a:spLocks noGrp="1"/>
          </p:cNvSpPr>
          <p:nvPr>
            <p:ph type="subTitle" idx="1"/>
          </p:nvPr>
        </p:nvSpPr>
        <p:spPr>
          <a:xfrm>
            <a:off x="1524000" y="1308330"/>
            <a:ext cx="9144000" cy="5549670"/>
          </a:xfrm>
        </p:spPr>
        <p:txBody>
          <a:bodyPr>
            <a:normAutofit/>
          </a:bodyPr>
          <a:lstStyle/>
          <a:p>
            <a:pPr algn="l"/>
            <a:endParaRPr lang="en-US" b="0" i="0" dirty="0">
              <a:solidFill>
                <a:srgbClr val="222222"/>
              </a:solidFill>
              <a:effectLst/>
              <a:latin typeface="Arial" panose="020B0604020202020204" pitchFamily="34" charset="0"/>
            </a:endParaRP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pic>
        <p:nvPicPr>
          <p:cNvPr id="11" name="Picture 10">
            <a:extLst>
              <a:ext uri="{FF2B5EF4-FFF2-40B4-BE49-F238E27FC236}">
                <a16:creationId xmlns:a16="http://schemas.microsoft.com/office/drawing/2014/main" id="{5CDFC263-0B12-4916-A227-F93B0C5570D6}"/>
              </a:ext>
            </a:extLst>
          </p:cNvPr>
          <p:cNvPicPr>
            <a:picLocks noChangeAspect="1"/>
          </p:cNvPicPr>
          <p:nvPr/>
        </p:nvPicPr>
        <p:blipFill>
          <a:blip r:embed="rId3"/>
          <a:stretch>
            <a:fillRect/>
          </a:stretch>
        </p:blipFill>
        <p:spPr>
          <a:xfrm>
            <a:off x="1523999" y="1308330"/>
            <a:ext cx="9144000" cy="5545172"/>
          </a:xfrm>
          <a:prstGeom prst="rect">
            <a:avLst/>
          </a:prstGeom>
        </p:spPr>
      </p:pic>
    </p:spTree>
    <p:extLst>
      <p:ext uri="{BB962C8B-B14F-4D97-AF65-F5344CB8AC3E}">
        <p14:creationId xmlns:p14="http://schemas.microsoft.com/office/powerpoint/2010/main" val="121523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dirty="0"/>
              <a:t>Multiple choice</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6A14C477-613F-4594-BDBE-4F0FA4961451}"/>
              </a:ext>
            </a:extLst>
          </p:cNvPr>
          <p:cNvPicPr>
            <a:picLocks noChangeAspect="1"/>
          </p:cNvPicPr>
          <p:nvPr/>
        </p:nvPicPr>
        <p:blipFill>
          <a:blip r:embed="rId3"/>
          <a:stretch>
            <a:fillRect/>
          </a:stretch>
        </p:blipFill>
        <p:spPr>
          <a:xfrm>
            <a:off x="198414" y="1415351"/>
            <a:ext cx="11608505" cy="3436349"/>
          </a:xfrm>
          <a:prstGeom prst="rect">
            <a:avLst/>
          </a:prstGeom>
        </p:spPr>
      </p:pic>
    </p:spTree>
    <p:extLst>
      <p:ext uri="{BB962C8B-B14F-4D97-AF65-F5344CB8AC3E}">
        <p14:creationId xmlns:p14="http://schemas.microsoft.com/office/powerpoint/2010/main" val="2776411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dirty="0"/>
              <a:t>Multiple choice</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pic>
        <p:nvPicPr>
          <p:cNvPr id="9" name="Picture 8">
            <a:extLst>
              <a:ext uri="{FF2B5EF4-FFF2-40B4-BE49-F238E27FC236}">
                <a16:creationId xmlns:a16="http://schemas.microsoft.com/office/drawing/2014/main" id="{CBCB3700-FA57-4365-A66A-71FF1D065D46}"/>
              </a:ext>
            </a:extLst>
          </p:cNvPr>
          <p:cNvPicPr>
            <a:picLocks noChangeAspect="1"/>
          </p:cNvPicPr>
          <p:nvPr/>
        </p:nvPicPr>
        <p:blipFill>
          <a:blip r:embed="rId3"/>
          <a:stretch>
            <a:fillRect/>
          </a:stretch>
        </p:blipFill>
        <p:spPr>
          <a:xfrm>
            <a:off x="1413238" y="1130858"/>
            <a:ext cx="9254762" cy="4126941"/>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52855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dirty="0"/>
              <a:t>Multiple choice</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7E137E84-D127-44BD-B86B-D0BBD0BEB3E5}"/>
              </a:ext>
            </a:extLst>
          </p:cNvPr>
          <p:cNvPicPr>
            <a:picLocks noChangeAspect="1"/>
          </p:cNvPicPr>
          <p:nvPr/>
        </p:nvPicPr>
        <p:blipFill>
          <a:blip r:embed="rId3"/>
          <a:stretch>
            <a:fillRect/>
          </a:stretch>
        </p:blipFill>
        <p:spPr>
          <a:xfrm>
            <a:off x="284950" y="1306286"/>
            <a:ext cx="11673187" cy="4264090"/>
          </a:xfrm>
          <a:prstGeom prst="rect">
            <a:avLst/>
          </a:prstGeom>
        </p:spPr>
      </p:pic>
    </p:spTree>
    <p:extLst>
      <p:ext uri="{BB962C8B-B14F-4D97-AF65-F5344CB8AC3E}">
        <p14:creationId xmlns:p14="http://schemas.microsoft.com/office/powerpoint/2010/main" val="592268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dirty="0"/>
              <a:t>Multiple choice</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71884A28-3C56-474E-A052-EE185E6FD598}"/>
              </a:ext>
            </a:extLst>
          </p:cNvPr>
          <p:cNvPicPr>
            <a:picLocks noChangeAspect="1"/>
          </p:cNvPicPr>
          <p:nvPr/>
        </p:nvPicPr>
        <p:blipFill>
          <a:blip r:embed="rId2"/>
          <a:stretch>
            <a:fillRect/>
          </a:stretch>
        </p:blipFill>
        <p:spPr>
          <a:xfrm>
            <a:off x="226703" y="1230173"/>
            <a:ext cx="11603387" cy="4208624"/>
          </a:xfrm>
          <a:prstGeom prst="rect">
            <a:avLst/>
          </a:prstGeom>
        </p:spPr>
      </p:pic>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3115866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sz="6000" dirty="0"/>
              <a:t>You will be tested on:</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a:xfrm>
            <a:off x="1524000" y="1563132"/>
            <a:ext cx="9144000" cy="5047218"/>
          </a:xfrm>
        </p:spPr>
        <p:txBody>
          <a:bodyPr>
            <a:normAutofit/>
          </a:bodyPr>
          <a:lstStyle/>
          <a:p>
            <a:pPr marL="457200" indent="-457200">
              <a:buFont typeface="Arial" panose="020B0604020202020204" pitchFamily="34" charset="0"/>
              <a:buChar char="•"/>
            </a:pPr>
            <a:r>
              <a:rPr lang="en-US" sz="3200" dirty="0"/>
              <a:t>Completing a diagram, table or summary</a:t>
            </a:r>
          </a:p>
          <a:p>
            <a:pPr marL="457200" indent="-457200">
              <a:buFont typeface="Arial" panose="020B0604020202020204" pitchFamily="34" charset="0"/>
              <a:buChar char="•"/>
            </a:pPr>
            <a:r>
              <a:rPr lang="en-US" sz="3200" dirty="0"/>
              <a:t>Finding specific information</a:t>
            </a:r>
          </a:p>
          <a:p>
            <a:pPr marL="457200" indent="-457200">
              <a:buFont typeface="Arial" panose="020B0604020202020204" pitchFamily="34" charset="0"/>
              <a:buChar char="•"/>
            </a:pPr>
            <a:r>
              <a:rPr lang="en-US" sz="3200" dirty="0"/>
              <a:t>Identifying the writer's opinion</a:t>
            </a:r>
          </a:p>
          <a:p>
            <a:pPr marL="457200" indent="-457200">
              <a:buFont typeface="Arial" panose="020B0604020202020204" pitchFamily="34" charset="0"/>
              <a:buChar char="•"/>
            </a:pPr>
            <a:r>
              <a:rPr lang="en-US" sz="3200" dirty="0"/>
              <a:t>Following key arguments</a:t>
            </a:r>
          </a:p>
          <a:p>
            <a:pPr marL="457200" indent="-457200">
              <a:buFont typeface="Arial" panose="020B0604020202020204" pitchFamily="34" charset="0"/>
              <a:buChar char="•"/>
            </a:pPr>
            <a:r>
              <a:rPr lang="en-US" sz="3200" dirty="0"/>
              <a:t>Identifying the writer's purpose</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222634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sz="6000" dirty="0"/>
              <a:t>Keys skills to practice:</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a:xfrm>
            <a:off x="1524000" y="1563132"/>
            <a:ext cx="9144000" cy="5047218"/>
          </a:xfrm>
        </p:spPr>
        <p:txBody>
          <a:bodyPr>
            <a:normAutofit/>
          </a:bodyPr>
          <a:lstStyle/>
          <a:p>
            <a:pPr marL="457200" indent="-457200">
              <a:buFont typeface="Arial" panose="020B0604020202020204" pitchFamily="34" charset="0"/>
              <a:buChar char="•"/>
            </a:pPr>
            <a:r>
              <a:rPr lang="en-US" sz="3200" dirty="0"/>
              <a:t>Expanding your vocabulary</a:t>
            </a:r>
          </a:p>
          <a:p>
            <a:pPr marL="457200" indent="-457200">
              <a:buFont typeface="Arial" panose="020B0604020202020204" pitchFamily="34" charset="0"/>
              <a:buChar char="•"/>
            </a:pPr>
            <a:r>
              <a:rPr lang="en-US" sz="3200" dirty="0"/>
              <a:t>Learning synonyms</a:t>
            </a:r>
          </a:p>
          <a:p>
            <a:pPr marL="457200" indent="-457200">
              <a:buFont typeface="Arial" panose="020B0604020202020204" pitchFamily="34" charset="0"/>
              <a:buChar char="•"/>
            </a:pPr>
            <a:r>
              <a:rPr lang="en-US" sz="3200" dirty="0"/>
              <a:t>Paraphrasing</a:t>
            </a:r>
          </a:p>
        </p:txBody>
      </p:sp>
    </p:spTree>
    <p:extLst>
      <p:ext uri="{BB962C8B-B14F-4D97-AF65-F5344CB8AC3E}">
        <p14:creationId xmlns:p14="http://schemas.microsoft.com/office/powerpoint/2010/main" val="3808579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sz="6000" dirty="0"/>
              <a:t>Tips: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a:xfrm>
            <a:off x="1524000" y="1563132"/>
            <a:ext cx="9144000" cy="5047218"/>
          </a:xfrm>
        </p:spPr>
        <p:txBody>
          <a:bodyPr>
            <a:normAutofit lnSpcReduction="10000"/>
          </a:bodyPr>
          <a:lstStyle/>
          <a:p>
            <a:r>
              <a:rPr lang="en-US" sz="3200" b="1" dirty="0"/>
              <a:t>Don't expect to understand every word</a:t>
            </a:r>
          </a:p>
          <a:p>
            <a:endParaRPr lang="en-US" b="1" dirty="0"/>
          </a:p>
          <a:p>
            <a:r>
              <a:rPr lang="en-US" dirty="0"/>
              <a:t>Whilst it is important to expand your vocabulary base, remember that the most common 100 words in the English language make up 50% of the language. </a:t>
            </a:r>
          </a:p>
          <a:p>
            <a:endParaRPr lang="en-US" dirty="0"/>
          </a:p>
          <a:p>
            <a:r>
              <a:rPr lang="en-US" dirty="0"/>
              <a:t>The most common 1000 words make up 99% of the language.</a:t>
            </a:r>
          </a:p>
          <a:p>
            <a:endParaRPr lang="en-US" dirty="0"/>
          </a:p>
          <a:p>
            <a:r>
              <a:rPr lang="en-US" dirty="0"/>
              <a:t>There are somewhere between 300,000-1,000,000 words in the English language, most of which are rarely used. </a:t>
            </a:r>
            <a:endParaRPr lang="en-US" i="1" dirty="0"/>
          </a:p>
          <a:p>
            <a:r>
              <a:rPr lang="en-US" i="1" dirty="0"/>
              <a:t>You are not expected to know all of them.</a:t>
            </a:r>
          </a:p>
          <a:p>
            <a:r>
              <a:rPr lang="en-US" dirty="0"/>
              <a:t>You can make an educated guess at the meaning of a word based on it’s context.</a:t>
            </a:r>
          </a:p>
          <a:p>
            <a:endParaRPr lang="en-US" dirty="0"/>
          </a:p>
        </p:txBody>
      </p:sp>
    </p:spTree>
    <p:extLst>
      <p:ext uri="{BB962C8B-B14F-4D97-AF65-F5344CB8AC3E}">
        <p14:creationId xmlns:p14="http://schemas.microsoft.com/office/powerpoint/2010/main" val="42508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sz="6000" dirty="0"/>
              <a:t>Tips: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a:xfrm>
            <a:off x="1524000" y="1563132"/>
            <a:ext cx="9144000" cy="5047218"/>
          </a:xfrm>
        </p:spPr>
        <p:txBody>
          <a:bodyPr>
            <a:normAutofit lnSpcReduction="10000"/>
          </a:bodyPr>
          <a:lstStyle/>
          <a:p>
            <a:r>
              <a:rPr lang="en-US" sz="3200" b="1" dirty="0"/>
              <a:t>Practice </a:t>
            </a:r>
            <a:r>
              <a:rPr lang="en-US" sz="3200" b="1" i="1" dirty="0"/>
              <a:t>reading</a:t>
            </a:r>
            <a:r>
              <a:rPr lang="en-US" sz="3200" b="1" dirty="0"/>
              <a:t>, not “tricks”</a:t>
            </a:r>
            <a:endParaRPr lang="en-US" b="1" dirty="0"/>
          </a:p>
          <a:p>
            <a:r>
              <a:rPr lang="en-US" dirty="0"/>
              <a:t>In my long and varied experience as an IELTS teacher, I have found that far too much emphasis is placed on teaching people ‘tricks’ to fool an IELTS examiner. </a:t>
            </a:r>
          </a:p>
          <a:p>
            <a:r>
              <a:rPr lang="en-US" dirty="0"/>
              <a:t>IELTS examiners </a:t>
            </a:r>
            <a:r>
              <a:rPr lang="en-US" i="1" dirty="0"/>
              <a:t>know </a:t>
            </a:r>
            <a:r>
              <a:rPr lang="en-US" dirty="0"/>
              <a:t>when you do not understand a word. They cannot be tricked so easily, so don’t focus so much on guesswork, using buzzwords that </a:t>
            </a:r>
            <a:r>
              <a:rPr lang="en-US" i="1" dirty="0"/>
              <a:t>sound </a:t>
            </a:r>
            <a:r>
              <a:rPr lang="en-US" dirty="0"/>
              <a:t>clever, or speed reading. </a:t>
            </a:r>
          </a:p>
          <a:p>
            <a:endParaRPr lang="en-US" b="1" dirty="0"/>
          </a:p>
          <a:p>
            <a:r>
              <a:rPr lang="en-US" b="1" dirty="0"/>
              <a:t>Just read more.</a:t>
            </a:r>
          </a:p>
          <a:p>
            <a:endParaRPr lang="en-US" dirty="0"/>
          </a:p>
          <a:p>
            <a:r>
              <a:rPr lang="en-US" dirty="0"/>
              <a:t>The more English you </a:t>
            </a:r>
            <a:r>
              <a:rPr lang="en-US" i="1" dirty="0"/>
              <a:t>consume</a:t>
            </a:r>
            <a:r>
              <a:rPr lang="en-US" dirty="0"/>
              <a:t> (whether by reading, watching videos, listening to podcasts, speaking or even playing English games), the more you will be able to </a:t>
            </a:r>
            <a:r>
              <a:rPr lang="en-US" i="1" dirty="0"/>
              <a:t>produce</a:t>
            </a:r>
            <a:r>
              <a:rPr lang="en-US" dirty="0"/>
              <a:t>.</a:t>
            </a:r>
          </a:p>
          <a:p>
            <a:endParaRPr lang="en-US" dirty="0"/>
          </a:p>
        </p:txBody>
      </p:sp>
    </p:spTree>
    <p:extLst>
      <p:ext uri="{BB962C8B-B14F-4D97-AF65-F5344CB8AC3E}">
        <p14:creationId xmlns:p14="http://schemas.microsoft.com/office/powerpoint/2010/main" val="1415121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sz="6000" dirty="0"/>
              <a:t>Tips: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a:xfrm>
            <a:off x="1524000" y="1563132"/>
            <a:ext cx="9144000" cy="5047218"/>
          </a:xfrm>
        </p:spPr>
        <p:txBody>
          <a:bodyPr>
            <a:normAutofit/>
          </a:bodyPr>
          <a:lstStyle/>
          <a:p>
            <a:r>
              <a:rPr lang="en-US" sz="3200" b="1" dirty="0"/>
              <a:t>Read the instructions VERY carefully</a:t>
            </a:r>
          </a:p>
          <a:p>
            <a:r>
              <a:rPr lang="en-US" dirty="0"/>
              <a:t>It’s amazing how many students have lost points just because they didn’t read the instructions properly. </a:t>
            </a:r>
          </a:p>
          <a:p>
            <a:r>
              <a:rPr lang="en-US" dirty="0"/>
              <a:t>ONE WORD means ONE WORD!</a:t>
            </a:r>
          </a:p>
          <a:p>
            <a:r>
              <a:rPr lang="en-US" dirty="0"/>
              <a:t>TWO WORDS AND A NUMBER means TWO WORDS AND A NUMBER!</a:t>
            </a:r>
          </a:p>
          <a:p>
            <a:r>
              <a:rPr lang="en-US" dirty="0"/>
              <a:t>Do not write anything </a:t>
            </a:r>
            <a:r>
              <a:rPr lang="en-US" i="1" dirty="0"/>
              <a:t>less</a:t>
            </a:r>
            <a:r>
              <a:rPr lang="en-US" dirty="0"/>
              <a:t>, or anything </a:t>
            </a:r>
            <a:r>
              <a:rPr lang="en-US" i="1" dirty="0"/>
              <a:t>extra</a:t>
            </a:r>
            <a:r>
              <a:rPr lang="en-US" dirty="0"/>
              <a:t>.</a:t>
            </a:r>
          </a:p>
          <a:p>
            <a:endParaRPr lang="en-US" dirty="0"/>
          </a:p>
          <a:p>
            <a:r>
              <a:rPr lang="en-US" dirty="0"/>
              <a:t>Example: The sentence ‘thirty two cars’ is ONE WORD AND A NUMBER.</a:t>
            </a:r>
          </a:p>
        </p:txBody>
      </p:sp>
    </p:spTree>
    <p:extLst>
      <p:ext uri="{BB962C8B-B14F-4D97-AF65-F5344CB8AC3E}">
        <p14:creationId xmlns:p14="http://schemas.microsoft.com/office/powerpoint/2010/main" val="2467561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sz="6000" dirty="0"/>
              <a:t>Tips: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a:xfrm>
            <a:off x="1524000" y="1563132"/>
            <a:ext cx="9144000" cy="5047218"/>
          </a:xfrm>
        </p:spPr>
        <p:txBody>
          <a:bodyPr>
            <a:normAutofit/>
          </a:bodyPr>
          <a:lstStyle/>
          <a:p>
            <a:r>
              <a:rPr lang="en-US" sz="3200" b="1" dirty="0"/>
              <a:t>Do not panic! </a:t>
            </a:r>
          </a:p>
          <a:p>
            <a:r>
              <a:rPr lang="en-US" dirty="0"/>
              <a:t>Don't waste time on one question. If you are struggling, move on to the next question and come back to it later. You will feel less stressed and better able to think if you get some other answers correct and return to the difficult ones later.</a:t>
            </a:r>
          </a:p>
        </p:txBody>
      </p:sp>
    </p:spTree>
    <p:extLst>
      <p:ext uri="{BB962C8B-B14F-4D97-AF65-F5344CB8AC3E}">
        <p14:creationId xmlns:p14="http://schemas.microsoft.com/office/powerpoint/2010/main" val="3712671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sz="6000" dirty="0"/>
              <a:t>Tips: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a:xfrm>
            <a:off x="1524000" y="1563132"/>
            <a:ext cx="9144000" cy="5047218"/>
          </a:xfrm>
        </p:spPr>
        <p:txBody>
          <a:bodyPr>
            <a:normAutofit/>
          </a:bodyPr>
          <a:lstStyle/>
          <a:p>
            <a:r>
              <a:rPr lang="en-US" sz="3200" b="1" dirty="0"/>
              <a:t>Practice vocabulary, synonyms and paraphrasing </a:t>
            </a:r>
          </a:p>
          <a:p>
            <a:pPr marL="342900" indent="-342900" algn="l">
              <a:buFont typeface="Arial" panose="020B0604020202020204" pitchFamily="34" charset="0"/>
              <a:buChar char="•"/>
            </a:pPr>
            <a:r>
              <a:rPr lang="en-US" b="1" dirty="0"/>
              <a:t>Read </a:t>
            </a:r>
            <a:r>
              <a:rPr lang="en-US" dirty="0"/>
              <a:t>a text in English</a:t>
            </a:r>
            <a:endParaRPr lang="en-US" b="1" dirty="0"/>
          </a:p>
          <a:p>
            <a:pPr marL="342900" indent="-342900" algn="l">
              <a:buFont typeface="Arial" panose="020B0604020202020204" pitchFamily="34" charset="0"/>
              <a:buChar char="•"/>
            </a:pPr>
            <a:r>
              <a:rPr lang="en-US" b="1" dirty="0"/>
              <a:t>Note </a:t>
            </a:r>
            <a:r>
              <a:rPr lang="en-US" dirty="0"/>
              <a:t>down the words you do not understand</a:t>
            </a:r>
          </a:p>
          <a:p>
            <a:pPr marL="342900" indent="-342900" algn="l">
              <a:buFont typeface="Arial" panose="020B0604020202020204" pitchFamily="34" charset="0"/>
              <a:buChar char="•"/>
            </a:pPr>
            <a:r>
              <a:rPr lang="en-US" b="1" dirty="0"/>
              <a:t>Say </a:t>
            </a:r>
            <a:r>
              <a:rPr lang="en-US" dirty="0"/>
              <a:t>the words aloud</a:t>
            </a:r>
          </a:p>
          <a:p>
            <a:pPr marL="342900" indent="-342900" algn="l">
              <a:buFont typeface="Arial" panose="020B0604020202020204" pitchFamily="34" charset="0"/>
              <a:buChar char="•"/>
            </a:pPr>
            <a:r>
              <a:rPr lang="en-US" b="1" dirty="0"/>
              <a:t>Look up</a:t>
            </a:r>
            <a:r>
              <a:rPr lang="en-US" dirty="0"/>
              <a:t> the words in a dictionary</a:t>
            </a:r>
          </a:p>
          <a:p>
            <a:pPr marL="342900" indent="-342900" algn="l">
              <a:buFont typeface="Arial" panose="020B0604020202020204" pitchFamily="34" charset="0"/>
              <a:buChar char="•"/>
            </a:pPr>
            <a:r>
              <a:rPr lang="en-US" b="1" dirty="0"/>
              <a:t>Find </a:t>
            </a:r>
            <a:r>
              <a:rPr lang="en-US" dirty="0"/>
              <a:t>some synonyms for the words</a:t>
            </a:r>
          </a:p>
          <a:p>
            <a:pPr marL="342900" indent="-342900" algn="l">
              <a:buFont typeface="Arial" panose="020B0604020202020204" pitchFamily="34" charset="0"/>
              <a:buChar char="•"/>
            </a:pPr>
            <a:r>
              <a:rPr lang="en-US" b="1" dirty="0"/>
              <a:t>Use </a:t>
            </a:r>
            <a:r>
              <a:rPr lang="en-US" dirty="0"/>
              <a:t>the words in a sentence of your own</a:t>
            </a:r>
          </a:p>
          <a:p>
            <a:pPr marL="342900" indent="-342900" algn="l">
              <a:buFont typeface="Arial" panose="020B0604020202020204" pitchFamily="34" charset="0"/>
              <a:buChar char="•"/>
            </a:pPr>
            <a:r>
              <a:rPr lang="en-US" b="1" dirty="0"/>
              <a:t>Paraphrase </a:t>
            </a:r>
            <a:r>
              <a:rPr lang="en-US" dirty="0"/>
              <a:t>the original sentence you saw</a:t>
            </a:r>
            <a:endParaRPr lang="en-US" b="1" dirty="0"/>
          </a:p>
          <a:p>
            <a:pPr marL="342900" indent="-342900" algn="l">
              <a:buFont typeface="Arial" panose="020B0604020202020204" pitchFamily="34" charset="0"/>
              <a:buChar char="•"/>
            </a:pPr>
            <a:r>
              <a:rPr lang="en-US" b="1" dirty="0"/>
              <a:t>Review </a:t>
            </a:r>
            <a:r>
              <a:rPr lang="en-US" dirty="0"/>
              <a:t>the words regularly to reinforce your knowledge</a:t>
            </a:r>
            <a:endParaRPr lang="en-US" b="1" dirty="0"/>
          </a:p>
        </p:txBody>
      </p:sp>
    </p:spTree>
    <p:extLst>
      <p:ext uri="{BB962C8B-B14F-4D97-AF65-F5344CB8AC3E}">
        <p14:creationId xmlns:p14="http://schemas.microsoft.com/office/powerpoint/2010/main" val="1420896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sz="6000" dirty="0"/>
              <a:t>Tips: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a:xfrm>
            <a:off x="1524000" y="1563132"/>
            <a:ext cx="9144000" cy="5047218"/>
          </a:xfrm>
        </p:spPr>
        <p:txBody>
          <a:bodyPr>
            <a:normAutofit/>
          </a:bodyPr>
          <a:lstStyle/>
          <a:p>
            <a:r>
              <a:rPr lang="en-US" sz="3200" b="1" dirty="0"/>
              <a:t>Timing matters</a:t>
            </a:r>
          </a:p>
          <a:p>
            <a:r>
              <a:rPr lang="en-US" dirty="0"/>
              <a:t>Try to do each section in 20 minutes-</a:t>
            </a:r>
          </a:p>
          <a:p>
            <a:r>
              <a:rPr lang="en-US" dirty="0"/>
              <a:t>16-17 minutes to read/answer</a:t>
            </a:r>
          </a:p>
          <a:p>
            <a:r>
              <a:rPr lang="en-US" dirty="0"/>
              <a:t>3-4 minutes to check your answers</a:t>
            </a:r>
          </a:p>
        </p:txBody>
      </p:sp>
    </p:spTree>
    <p:extLst>
      <p:ext uri="{BB962C8B-B14F-4D97-AF65-F5344CB8AC3E}">
        <p14:creationId xmlns:p14="http://schemas.microsoft.com/office/powerpoint/2010/main" val="534077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sz="6000" dirty="0"/>
              <a:t>Tips: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a:xfrm>
            <a:off x="1524000" y="1563132"/>
            <a:ext cx="9144000" cy="5047218"/>
          </a:xfrm>
        </p:spPr>
        <p:txBody>
          <a:bodyPr>
            <a:normAutofit/>
          </a:bodyPr>
          <a:lstStyle/>
          <a:p>
            <a:r>
              <a:rPr lang="en-US" sz="3200" b="1" dirty="0"/>
              <a:t>Don’t rely on your own knowledge to answer the text!</a:t>
            </a:r>
          </a:p>
          <a:p>
            <a:r>
              <a:rPr lang="en-US" dirty="0"/>
              <a:t>Remember, the questions are about </a:t>
            </a:r>
            <a:r>
              <a:rPr lang="en-US" i="1" dirty="0"/>
              <a:t>what you read in the text.</a:t>
            </a:r>
            <a:endParaRPr lang="en-US" dirty="0"/>
          </a:p>
          <a:p>
            <a:r>
              <a:rPr lang="en-US" dirty="0"/>
              <a:t>So, if the text is about engineering, and you happen to be an engineer, don’t try to answer the questions based on your expert knowledge of engineering. </a:t>
            </a:r>
          </a:p>
          <a:p>
            <a:endParaRPr lang="en-US" dirty="0"/>
          </a:p>
          <a:p>
            <a:r>
              <a:rPr lang="en-US" dirty="0"/>
              <a:t>Texts may be</a:t>
            </a:r>
            <a:r>
              <a:rPr lang="en-US" i="1" dirty="0"/>
              <a:t> opinion based </a:t>
            </a:r>
            <a:r>
              <a:rPr lang="en-US" dirty="0"/>
              <a:t>and so your personal knowledge of the subject will have no bearing on the answers.</a:t>
            </a:r>
            <a:endParaRPr lang="en-US" i="1" dirty="0"/>
          </a:p>
        </p:txBody>
      </p:sp>
    </p:spTree>
    <p:extLst>
      <p:ext uri="{BB962C8B-B14F-4D97-AF65-F5344CB8AC3E}">
        <p14:creationId xmlns:p14="http://schemas.microsoft.com/office/powerpoint/2010/main" val="1054706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sz="6000" dirty="0"/>
              <a:t>Tips: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a:xfrm>
            <a:off x="1524000" y="1563132"/>
            <a:ext cx="9144000" cy="5047218"/>
          </a:xfrm>
        </p:spPr>
        <p:txBody>
          <a:bodyPr>
            <a:normAutofit/>
          </a:bodyPr>
          <a:lstStyle/>
          <a:p>
            <a:r>
              <a:rPr lang="en-US" sz="3200" b="1" dirty="0"/>
              <a:t>Attempt every question</a:t>
            </a:r>
          </a:p>
          <a:p>
            <a:r>
              <a:rPr lang="en-US" dirty="0"/>
              <a:t>Do not leave anything blank when answering questions. Try to answer everything. If you absolutely must, hazard a guess on those really tough answers. </a:t>
            </a:r>
            <a:endParaRPr lang="en-US" i="1" dirty="0"/>
          </a:p>
        </p:txBody>
      </p:sp>
    </p:spTree>
    <p:extLst>
      <p:ext uri="{BB962C8B-B14F-4D97-AF65-F5344CB8AC3E}">
        <p14:creationId xmlns:p14="http://schemas.microsoft.com/office/powerpoint/2010/main" val="3089434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1193800"/>
            <a:ext cx="9144000" cy="2387600"/>
          </a:xfrm>
        </p:spPr>
        <p:txBody>
          <a:bodyPr>
            <a:normAutofit/>
          </a:bodyPr>
          <a:lstStyle/>
          <a:p>
            <a:r>
              <a:rPr lang="en-US" sz="6000" dirty="0"/>
              <a:t>Tips: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a:xfrm>
            <a:off x="1524000" y="1563132"/>
            <a:ext cx="9144000" cy="5047218"/>
          </a:xfrm>
        </p:spPr>
        <p:txBody>
          <a:bodyPr>
            <a:normAutofit/>
          </a:bodyPr>
          <a:lstStyle/>
          <a:p>
            <a:r>
              <a:rPr lang="en-US" sz="3200" b="1" dirty="0"/>
              <a:t>Practice slowly and regularly. </a:t>
            </a:r>
          </a:p>
          <a:p>
            <a:r>
              <a:rPr lang="en-US" dirty="0"/>
              <a:t>We learn best in the first 40 minutes of study.</a:t>
            </a:r>
          </a:p>
          <a:p>
            <a:r>
              <a:rPr lang="en-US" dirty="0"/>
              <a:t>It is infinitely better to study in small chunks, every day, rather than study for 6 hours a day in cram sessions. </a:t>
            </a:r>
          </a:p>
          <a:p>
            <a:r>
              <a:rPr lang="en-US" dirty="0"/>
              <a:t>You will only stress yourself out.</a:t>
            </a:r>
          </a:p>
          <a:p>
            <a:endParaRPr lang="en-US" dirty="0"/>
          </a:p>
          <a:p>
            <a:r>
              <a:rPr lang="en-US" dirty="0"/>
              <a:t>Make time to study. Read diverse and interesting texts. Do not overwhelm yourself.</a:t>
            </a:r>
          </a:p>
        </p:txBody>
      </p:sp>
    </p:spTree>
    <p:extLst>
      <p:ext uri="{BB962C8B-B14F-4D97-AF65-F5344CB8AC3E}">
        <p14:creationId xmlns:p14="http://schemas.microsoft.com/office/powerpoint/2010/main" val="3809950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t>Let’s take a look at a sample paper.</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8" name="Subtitle 7">
            <a:extLst>
              <a:ext uri="{FF2B5EF4-FFF2-40B4-BE49-F238E27FC236}">
                <a16:creationId xmlns:a16="http://schemas.microsoft.com/office/drawing/2014/main" id="{99F80636-FFBC-476D-9433-1D64F1AECC9B}"/>
              </a:ext>
            </a:extLst>
          </p:cNvPr>
          <p:cNvSpPr>
            <a:spLocks noGrp="1"/>
          </p:cNvSpPr>
          <p:nvPr>
            <p:ph type="subTitle" idx="1"/>
          </p:nvPr>
        </p:nvSpPr>
        <p:spPr>
          <a:xfrm>
            <a:off x="1524000" y="3429000"/>
            <a:ext cx="9144000" cy="4222750"/>
          </a:xfrm>
        </p:spPr>
        <p:txBody>
          <a:bodyPr>
            <a:normAutofit/>
          </a:bodyPr>
          <a:lstStyle/>
          <a:p>
            <a:r>
              <a:rPr lang="en-US" sz="3200" dirty="0"/>
              <a:t>Now we’re going to look at an example question, and go through it step-by-step…</a:t>
            </a:r>
            <a:endParaRPr lang="en-US" dirty="0"/>
          </a:p>
        </p:txBody>
      </p:sp>
    </p:spTree>
    <p:extLst>
      <p:ext uri="{BB962C8B-B14F-4D97-AF65-F5344CB8AC3E}">
        <p14:creationId xmlns:p14="http://schemas.microsoft.com/office/powerpoint/2010/main" val="54892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t>First of all, read the instructions carefully…</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p:txBody>
          <a:bodyPr/>
          <a:lstStyle/>
          <a:p>
            <a:endParaRPr lang="en-US"/>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a:blip r:embed="rId3"/>
          <a:stretch>
            <a:fillRect/>
          </a:stretch>
        </p:blipFill>
        <p:spPr>
          <a:xfrm>
            <a:off x="1788472" y="2094716"/>
            <a:ext cx="8605902" cy="3889375"/>
          </a:xfrm>
          <a:prstGeom prst="rect">
            <a:avLst/>
          </a:prstGeom>
        </p:spPr>
      </p:pic>
      <p:sp>
        <p:nvSpPr>
          <p:cNvPr id="10" name="Rectangle 9">
            <a:extLst>
              <a:ext uri="{FF2B5EF4-FFF2-40B4-BE49-F238E27FC236}">
                <a16:creationId xmlns:a16="http://schemas.microsoft.com/office/drawing/2014/main" id="{F51AD659-3D3D-4CCF-801E-0A1B9CDC856D}"/>
              </a:ext>
            </a:extLst>
          </p:cNvPr>
          <p:cNvSpPr/>
          <p:nvPr/>
        </p:nvSpPr>
        <p:spPr>
          <a:xfrm>
            <a:off x="2686286" y="3162300"/>
            <a:ext cx="6829189" cy="514350"/>
          </a:xfrm>
          <a:prstGeom prst="rect">
            <a:avLst/>
          </a:prstGeom>
          <a:noFill/>
          <a:ln w="76200">
            <a:solidFill>
              <a:schemeClr val="accent1"/>
            </a:solidFill>
          </a:ln>
          <a:effectLst>
            <a:outerShdw blurRad="107950" dist="12700" dir="5400000" algn="ctr">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823470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t>First of all, read the instructions carefully…</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p:txBody>
          <a:bodyPr/>
          <a:lstStyle/>
          <a:p>
            <a:endParaRPr lang="en-US"/>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a:blip r:embed="rId3"/>
          <a:stretch>
            <a:fillRect/>
          </a:stretch>
        </p:blipFill>
        <p:spPr>
          <a:xfrm>
            <a:off x="1788472" y="2094716"/>
            <a:ext cx="8605902" cy="3889375"/>
          </a:xfrm>
          <a:prstGeom prst="rect">
            <a:avLst/>
          </a:prstGeom>
        </p:spPr>
      </p:pic>
      <p:sp>
        <p:nvSpPr>
          <p:cNvPr id="10" name="Rectangle 9">
            <a:extLst>
              <a:ext uri="{FF2B5EF4-FFF2-40B4-BE49-F238E27FC236}">
                <a16:creationId xmlns:a16="http://schemas.microsoft.com/office/drawing/2014/main" id="{F51AD659-3D3D-4CCF-801E-0A1B9CDC856D}"/>
              </a:ext>
            </a:extLst>
          </p:cNvPr>
          <p:cNvSpPr/>
          <p:nvPr/>
        </p:nvSpPr>
        <p:spPr>
          <a:xfrm flipV="1">
            <a:off x="2676828" y="3743325"/>
            <a:ext cx="6829189" cy="296078"/>
          </a:xfrm>
          <a:prstGeom prst="rect">
            <a:avLst/>
          </a:prstGeom>
          <a:noFill/>
          <a:ln w="76200">
            <a:solidFill>
              <a:schemeClr val="accent1"/>
            </a:solidFill>
          </a:ln>
          <a:effectLst>
            <a:outerShdw blurRad="107950" dist="12700" dir="5400000" algn="ctr">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7245522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t>Next, read the questions.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p:txBody>
          <a:bodyPr/>
          <a:lstStyle/>
          <a:p>
            <a:endParaRPr lang="en-US"/>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a:blip r:embed="rId3"/>
          <a:stretch>
            <a:fillRect/>
          </a:stretch>
        </p:blipFill>
        <p:spPr>
          <a:xfrm>
            <a:off x="1788472" y="2094716"/>
            <a:ext cx="8605902" cy="3889375"/>
          </a:xfrm>
          <a:prstGeom prst="rect">
            <a:avLst/>
          </a:prstGeom>
        </p:spPr>
      </p:pic>
      <p:sp>
        <p:nvSpPr>
          <p:cNvPr id="10" name="Rectangle 9">
            <a:extLst>
              <a:ext uri="{FF2B5EF4-FFF2-40B4-BE49-F238E27FC236}">
                <a16:creationId xmlns:a16="http://schemas.microsoft.com/office/drawing/2014/main" id="{F51AD659-3D3D-4CCF-801E-0A1B9CDC856D}"/>
              </a:ext>
            </a:extLst>
          </p:cNvPr>
          <p:cNvSpPr/>
          <p:nvPr/>
        </p:nvSpPr>
        <p:spPr>
          <a:xfrm flipV="1">
            <a:off x="2676828" y="4158465"/>
            <a:ext cx="6829189" cy="1418995"/>
          </a:xfrm>
          <a:prstGeom prst="rect">
            <a:avLst/>
          </a:prstGeom>
          <a:noFill/>
          <a:ln w="76200">
            <a:solidFill>
              <a:schemeClr val="accent1"/>
            </a:solidFill>
          </a:ln>
          <a:effectLst>
            <a:outerShdw blurRad="107950" dist="12700" dir="5400000" algn="ctr">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7115671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t>Think about the key words.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p:txBody>
          <a:bodyPr/>
          <a:lstStyle/>
          <a:p>
            <a:endParaRPr lang="en-US" dirty="0"/>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rotWithShape="1">
          <a:blip r:embed="rId3"/>
          <a:srcRect l="9323" t="50714" r="26594" b="10454"/>
          <a:stretch/>
        </p:blipFill>
        <p:spPr>
          <a:xfrm>
            <a:off x="3448050" y="3253000"/>
            <a:ext cx="5514975" cy="1510285"/>
          </a:xfrm>
          <a:prstGeom prst="rect">
            <a:avLst/>
          </a:prstGeom>
        </p:spPr>
      </p:pic>
      <p:cxnSp>
        <p:nvCxnSpPr>
          <p:cNvPr id="5" name="Straight Connector 4">
            <a:extLst>
              <a:ext uri="{FF2B5EF4-FFF2-40B4-BE49-F238E27FC236}">
                <a16:creationId xmlns:a16="http://schemas.microsoft.com/office/drawing/2014/main" id="{2506D12F-827F-4104-A264-33CC441FBCEA}"/>
              </a:ext>
            </a:extLst>
          </p:cNvPr>
          <p:cNvCxnSpPr/>
          <p:nvPr/>
        </p:nvCxnSpPr>
        <p:spPr>
          <a:xfrm>
            <a:off x="4791075" y="3602038"/>
            <a:ext cx="1414462"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B59139-819E-49ED-AF4D-589C3264516F}"/>
              </a:ext>
            </a:extLst>
          </p:cNvPr>
          <p:cNvCxnSpPr>
            <a:cxnSpLocks/>
          </p:cNvCxnSpPr>
          <p:nvPr/>
        </p:nvCxnSpPr>
        <p:spPr>
          <a:xfrm>
            <a:off x="6686550" y="3990680"/>
            <a:ext cx="12573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183C54B-93E3-40C0-9AF0-A29A00238794}"/>
              </a:ext>
            </a:extLst>
          </p:cNvPr>
          <p:cNvCxnSpPr>
            <a:cxnSpLocks/>
          </p:cNvCxnSpPr>
          <p:nvPr/>
        </p:nvCxnSpPr>
        <p:spPr>
          <a:xfrm>
            <a:off x="7086600" y="4401049"/>
            <a:ext cx="5715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99598B-7485-4FF2-8D7C-03310999EEF7}"/>
              </a:ext>
            </a:extLst>
          </p:cNvPr>
          <p:cNvCxnSpPr>
            <a:cxnSpLocks/>
          </p:cNvCxnSpPr>
          <p:nvPr/>
        </p:nvCxnSpPr>
        <p:spPr>
          <a:xfrm>
            <a:off x="8315325" y="4411368"/>
            <a:ext cx="5715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C0BB1B-AEB6-4505-B24B-28046B4F4300}"/>
              </a:ext>
            </a:extLst>
          </p:cNvPr>
          <p:cNvCxnSpPr>
            <a:cxnSpLocks/>
          </p:cNvCxnSpPr>
          <p:nvPr/>
        </p:nvCxnSpPr>
        <p:spPr>
          <a:xfrm>
            <a:off x="6810375" y="4697118"/>
            <a:ext cx="5715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B1C8272-54B4-48D5-B9DA-93C12AB8ECC1}"/>
              </a:ext>
            </a:extLst>
          </p:cNvPr>
          <p:cNvCxnSpPr>
            <a:cxnSpLocks/>
          </p:cNvCxnSpPr>
          <p:nvPr/>
        </p:nvCxnSpPr>
        <p:spPr>
          <a:xfrm>
            <a:off x="5772150" y="4707428"/>
            <a:ext cx="5715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D0BFF0-875B-4EF2-889C-F2DFA7516343}"/>
              </a:ext>
            </a:extLst>
          </p:cNvPr>
          <p:cNvCxnSpPr>
            <a:cxnSpLocks/>
          </p:cNvCxnSpPr>
          <p:nvPr/>
        </p:nvCxnSpPr>
        <p:spPr>
          <a:xfrm>
            <a:off x="5019675" y="4699196"/>
            <a:ext cx="5715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08FF8ED-CF33-4FD0-8A1E-14898B443606}"/>
              </a:ext>
            </a:extLst>
          </p:cNvPr>
          <p:cNvCxnSpPr>
            <a:cxnSpLocks/>
          </p:cNvCxnSpPr>
          <p:nvPr/>
        </p:nvCxnSpPr>
        <p:spPr>
          <a:xfrm>
            <a:off x="5486400" y="4335667"/>
            <a:ext cx="85725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88872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solidFill>
                  <a:srgbClr val="FF0000"/>
                </a:solidFill>
              </a:rPr>
              <a:t>Which ones will stay the same? </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p:txBody>
          <a:bodyPr/>
          <a:lstStyle/>
          <a:p>
            <a:endParaRPr lang="en-US" dirty="0"/>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rotWithShape="1">
          <a:blip r:embed="rId3"/>
          <a:srcRect l="9323" t="50714" r="26594" b="10454"/>
          <a:stretch/>
        </p:blipFill>
        <p:spPr>
          <a:xfrm>
            <a:off x="3448050" y="3253000"/>
            <a:ext cx="5514975" cy="1510285"/>
          </a:xfrm>
          <a:prstGeom prst="rect">
            <a:avLst/>
          </a:prstGeom>
        </p:spPr>
      </p:pic>
      <p:cxnSp>
        <p:nvCxnSpPr>
          <p:cNvPr id="5" name="Straight Connector 4">
            <a:extLst>
              <a:ext uri="{FF2B5EF4-FFF2-40B4-BE49-F238E27FC236}">
                <a16:creationId xmlns:a16="http://schemas.microsoft.com/office/drawing/2014/main" id="{2506D12F-827F-4104-A264-33CC441FBCEA}"/>
              </a:ext>
            </a:extLst>
          </p:cNvPr>
          <p:cNvCxnSpPr/>
          <p:nvPr/>
        </p:nvCxnSpPr>
        <p:spPr>
          <a:xfrm>
            <a:off x="4791075" y="3602038"/>
            <a:ext cx="141446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B59139-819E-49ED-AF4D-589C3264516F}"/>
              </a:ext>
            </a:extLst>
          </p:cNvPr>
          <p:cNvCxnSpPr>
            <a:cxnSpLocks/>
          </p:cNvCxnSpPr>
          <p:nvPr/>
        </p:nvCxnSpPr>
        <p:spPr>
          <a:xfrm>
            <a:off x="6686550" y="3990680"/>
            <a:ext cx="12573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183C54B-93E3-40C0-9AF0-A29A00238794}"/>
              </a:ext>
            </a:extLst>
          </p:cNvPr>
          <p:cNvCxnSpPr>
            <a:cxnSpLocks/>
          </p:cNvCxnSpPr>
          <p:nvPr/>
        </p:nvCxnSpPr>
        <p:spPr>
          <a:xfrm>
            <a:off x="7086600" y="4401049"/>
            <a:ext cx="5715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99598B-7485-4FF2-8D7C-03310999EEF7}"/>
              </a:ext>
            </a:extLst>
          </p:cNvPr>
          <p:cNvCxnSpPr>
            <a:cxnSpLocks/>
          </p:cNvCxnSpPr>
          <p:nvPr/>
        </p:nvCxnSpPr>
        <p:spPr>
          <a:xfrm>
            <a:off x="8315325" y="4411368"/>
            <a:ext cx="5715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C0BB1B-AEB6-4505-B24B-28046B4F4300}"/>
              </a:ext>
            </a:extLst>
          </p:cNvPr>
          <p:cNvCxnSpPr>
            <a:cxnSpLocks/>
          </p:cNvCxnSpPr>
          <p:nvPr/>
        </p:nvCxnSpPr>
        <p:spPr>
          <a:xfrm>
            <a:off x="6810375" y="4697118"/>
            <a:ext cx="5715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B1C8272-54B4-48D5-B9DA-93C12AB8ECC1}"/>
              </a:ext>
            </a:extLst>
          </p:cNvPr>
          <p:cNvCxnSpPr>
            <a:cxnSpLocks/>
          </p:cNvCxnSpPr>
          <p:nvPr/>
        </p:nvCxnSpPr>
        <p:spPr>
          <a:xfrm>
            <a:off x="5772150" y="4707428"/>
            <a:ext cx="5715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D0BFF0-875B-4EF2-889C-F2DFA7516343}"/>
              </a:ext>
            </a:extLst>
          </p:cNvPr>
          <p:cNvCxnSpPr>
            <a:cxnSpLocks/>
          </p:cNvCxnSpPr>
          <p:nvPr/>
        </p:nvCxnSpPr>
        <p:spPr>
          <a:xfrm>
            <a:off x="5019675" y="4699196"/>
            <a:ext cx="5715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5E8C150-43A8-4E4F-B957-5CEA7AF72571}"/>
              </a:ext>
            </a:extLst>
          </p:cNvPr>
          <p:cNvCxnSpPr>
            <a:cxnSpLocks/>
          </p:cNvCxnSpPr>
          <p:nvPr/>
        </p:nvCxnSpPr>
        <p:spPr>
          <a:xfrm>
            <a:off x="5438775" y="4335667"/>
            <a:ext cx="85725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8288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solidFill>
                  <a:schemeClr val="accent2"/>
                </a:solidFill>
              </a:rPr>
              <a:t>Which ones may change?</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p:txBody>
          <a:bodyPr/>
          <a:lstStyle/>
          <a:p>
            <a:endParaRPr lang="en-US" dirty="0"/>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rotWithShape="1">
          <a:blip r:embed="rId3"/>
          <a:srcRect l="9323" t="50714" r="26594" b="10454"/>
          <a:stretch/>
        </p:blipFill>
        <p:spPr>
          <a:xfrm>
            <a:off x="3448050" y="3253000"/>
            <a:ext cx="5514975" cy="1510285"/>
          </a:xfrm>
          <a:prstGeom prst="rect">
            <a:avLst/>
          </a:prstGeom>
        </p:spPr>
      </p:pic>
      <p:cxnSp>
        <p:nvCxnSpPr>
          <p:cNvPr id="5" name="Straight Connector 4">
            <a:extLst>
              <a:ext uri="{FF2B5EF4-FFF2-40B4-BE49-F238E27FC236}">
                <a16:creationId xmlns:a16="http://schemas.microsoft.com/office/drawing/2014/main" id="{2506D12F-827F-4104-A264-33CC441FBCEA}"/>
              </a:ext>
            </a:extLst>
          </p:cNvPr>
          <p:cNvCxnSpPr/>
          <p:nvPr/>
        </p:nvCxnSpPr>
        <p:spPr>
          <a:xfrm>
            <a:off x="4791075" y="3602038"/>
            <a:ext cx="141446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B59139-819E-49ED-AF4D-589C3264516F}"/>
              </a:ext>
            </a:extLst>
          </p:cNvPr>
          <p:cNvCxnSpPr>
            <a:cxnSpLocks/>
          </p:cNvCxnSpPr>
          <p:nvPr/>
        </p:nvCxnSpPr>
        <p:spPr>
          <a:xfrm>
            <a:off x="6686550" y="3990680"/>
            <a:ext cx="12573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183C54B-93E3-40C0-9AF0-A29A00238794}"/>
              </a:ext>
            </a:extLst>
          </p:cNvPr>
          <p:cNvCxnSpPr>
            <a:cxnSpLocks/>
          </p:cNvCxnSpPr>
          <p:nvPr/>
        </p:nvCxnSpPr>
        <p:spPr>
          <a:xfrm>
            <a:off x="7086600" y="4401049"/>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99598B-7485-4FF2-8D7C-03310999EEF7}"/>
              </a:ext>
            </a:extLst>
          </p:cNvPr>
          <p:cNvCxnSpPr>
            <a:cxnSpLocks/>
          </p:cNvCxnSpPr>
          <p:nvPr/>
        </p:nvCxnSpPr>
        <p:spPr>
          <a:xfrm>
            <a:off x="8315325" y="4411368"/>
            <a:ext cx="5715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C0BB1B-AEB6-4505-B24B-28046B4F4300}"/>
              </a:ext>
            </a:extLst>
          </p:cNvPr>
          <p:cNvCxnSpPr>
            <a:cxnSpLocks/>
          </p:cNvCxnSpPr>
          <p:nvPr/>
        </p:nvCxnSpPr>
        <p:spPr>
          <a:xfrm>
            <a:off x="6848475" y="469711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B1C8272-54B4-48D5-B9DA-93C12AB8ECC1}"/>
              </a:ext>
            </a:extLst>
          </p:cNvPr>
          <p:cNvCxnSpPr>
            <a:cxnSpLocks/>
          </p:cNvCxnSpPr>
          <p:nvPr/>
        </p:nvCxnSpPr>
        <p:spPr>
          <a:xfrm>
            <a:off x="5772150" y="470742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D0BFF0-875B-4EF2-889C-F2DFA7516343}"/>
              </a:ext>
            </a:extLst>
          </p:cNvPr>
          <p:cNvCxnSpPr>
            <a:cxnSpLocks/>
          </p:cNvCxnSpPr>
          <p:nvPr/>
        </p:nvCxnSpPr>
        <p:spPr>
          <a:xfrm>
            <a:off x="5067300" y="4699196"/>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C71BC58-B1FF-48C9-96BA-9E478FF4974B}"/>
              </a:ext>
            </a:extLst>
          </p:cNvPr>
          <p:cNvCxnSpPr>
            <a:cxnSpLocks/>
          </p:cNvCxnSpPr>
          <p:nvPr/>
        </p:nvCxnSpPr>
        <p:spPr>
          <a:xfrm>
            <a:off x="6219825" y="3602038"/>
            <a:ext cx="942975"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31F85F7-63B2-4C1E-9CED-B4AA01D875E0}"/>
              </a:ext>
            </a:extLst>
          </p:cNvPr>
          <p:cNvCxnSpPr>
            <a:cxnSpLocks/>
          </p:cNvCxnSpPr>
          <p:nvPr/>
        </p:nvCxnSpPr>
        <p:spPr>
          <a:xfrm>
            <a:off x="5438775" y="4372474"/>
            <a:ext cx="85725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6341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t>Think about potential synonyms/paraphrasing</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a:xfrm>
            <a:off x="1524000" y="3602037"/>
            <a:ext cx="9144000" cy="3074987"/>
          </a:xfrm>
        </p:spPr>
        <p:txBody>
          <a:bodyPr>
            <a:normAutofit/>
          </a:bodyPr>
          <a:lstStyle/>
          <a:p>
            <a:r>
              <a:rPr lang="en-US" b="1" dirty="0"/>
              <a:t>Compared to – </a:t>
            </a:r>
            <a:r>
              <a:rPr lang="en-US" dirty="0"/>
              <a:t>like, similar to, looks like</a:t>
            </a:r>
            <a:endParaRPr lang="en-US" b="1" dirty="0"/>
          </a:p>
          <a:p>
            <a:r>
              <a:rPr lang="en-US" b="1" dirty="0"/>
              <a:t>Below a hundred </a:t>
            </a:r>
            <a:r>
              <a:rPr lang="en-US" dirty="0"/>
              <a:t>– Under, Less than, Lower than, Fewer than 100 </a:t>
            </a:r>
          </a:p>
          <a:p>
            <a:r>
              <a:rPr lang="en-US" b="1" dirty="0"/>
              <a:t>Illegally</a:t>
            </a:r>
            <a:r>
              <a:rPr lang="en-US" dirty="0"/>
              <a:t> – Criminally, Against the law, Extrajudicially, </a:t>
            </a:r>
          </a:p>
          <a:p>
            <a:r>
              <a:rPr lang="en-US" b="1" dirty="0"/>
              <a:t>Criminals</a:t>
            </a:r>
            <a:r>
              <a:rPr lang="en-US" dirty="0"/>
              <a:t> – Crime, poachers, illegal enterprise, </a:t>
            </a:r>
          </a:p>
          <a:p>
            <a:r>
              <a:rPr lang="en-US" b="1" dirty="0"/>
              <a:t>Improved</a:t>
            </a:r>
            <a:r>
              <a:rPr lang="en-US" dirty="0"/>
              <a:t> – Helped, gotten better, expanded, grown</a:t>
            </a:r>
          </a:p>
          <a:p>
            <a:r>
              <a:rPr lang="en-US" b="1" dirty="0"/>
              <a:t>Success</a:t>
            </a:r>
            <a:r>
              <a:rPr lang="en-US" dirty="0"/>
              <a:t> – Accomplish, attain, grown, expand, succeed</a:t>
            </a:r>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rotWithShape="1">
          <a:blip r:embed="rId3"/>
          <a:srcRect l="9323" t="50714" r="26594" b="10454"/>
          <a:stretch/>
        </p:blipFill>
        <p:spPr>
          <a:xfrm>
            <a:off x="3448050" y="2052850"/>
            <a:ext cx="5514975" cy="1510285"/>
          </a:xfrm>
          <a:prstGeom prst="rect">
            <a:avLst/>
          </a:prstGeom>
        </p:spPr>
      </p:pic>
      <p:cxnSp>
        <p:nvCxnSpPr>
          <p:cNvPr id="5" name="Straight Connector 4">
            <a:extLst>
              <a:ext uri="{FF2B5EF4-FFF2-40B4-BE49-F238E27FC236}">
                <a16:creationId xmlns:a16="http://schemas.microsoft.com/office/drawing/2014/main" id="{2506D12F-827F-4104-A264-33CC441FBCEA}"/>
              </a:ext>
            </a:extLst>
          </p:cNvPr>
          <p:cNvCxnSpPr/>
          <p:nvPr/>
        </p:nvCxnSpPr>
        <p:spPr>
          <a:xfrm>
            <a:off x="4791075" y="2401888"/>
            <a:ext cx="141446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B59139-819E-49ED-AF4D-589C3264516F}"/>
              </a:ext>
            </a:extLst>
          </p:cNvPr>
          <p:cNvCxnSpPr>
            <a:cxnSpLocks/>
          </p:cNvCxnSpPr>
          <p:nvPr/>
        </p:nvCxnSpPr>
        <p:spPr>
          <a:xfrm>
            <a:off x="6686550" y="2790530"/>
            <a:ext cx="12573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183C54B-93E3-40C0-9AF0-A29A00238794}"/>
              </a:ext>
            </a:extLst>
          </p:cNvPr>
          <p:cNvCxnSpPr>
            <a:cxnSpLocks/>
          </p:cNvCxnSpPr>
          <p:nvPr/>
        </p:nvCxnSpPr>
        <p:spPr>
          <a:xfrm>
            <a:off x="7086600" y="3200899"/>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99598B-7485-4FF2-8D7C-03310999EEF7}"/>
              </a:ext>
            </a:extLst>
          </p:cNvPr>
          <p:cNvCxnSpPr>
            <a:cxnSpLocks/>
          </p:cNvCxnSpPr>
          <p:nvPr/>
        </p:nvCxnSpPr>
        <p:spPr>
          <a:xfrm>
            <a:off x="8315325" y="3211218"/>
            <a:ext cx="5715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C0BB1B-AEB6-4505-B24B-28046B4F4300}"/>
              </a:ext>
            </a:extLst>
          </p:cNvPr>
          <p:cNvCxnSpPr>
            <a:cxnSpLocks/>
          </p:cNvCxnSpPr>
          <p:nvPr/>
        </p:nvCxnSpPr>
        <p:spPr>
          <a:xfrm>
            <a:off x="6848475" y="349696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B1C8272-54B4-48D5-B9DA-93C12AB8ECC1}"/>
              </a:ext>
            </a:extLst>
          </p:cNvPr>
          <p:cNvCxnSpPr>
            <a:cxnSpLocks/>
          </p:cNvCxnSpPr>
          <p:nvPr/>
        </p:nvCxnSpPr>
        <p:spPr>
          <a:xfrm>
            <a:off x="5772150" y="350727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D0BFF0-875B-4EF2-889C-F2DFA7516343}"/>
              </a:ext>
            </a:extLst>
          </p:cNvPr>
          <p:cNvCxnSpPr>
            <a:cxnSpLocks/>
          </p:cNvCxnSpPr>
          <p:nvPr/>
        </p:nvCxnSpPr>
        <p:spPr>
          <a:xfrm>
            <a:off x="5067300" y="3499046"/>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51EE53-9405-4C6E-9706-688897B4445E}"/>
              </a:ext>
            </a:extLst>
          </p:cNvPr>
          <p:cNvCxnSpPr>
            <a:cxnSpLocks/>
          </p:cNvCxnSpPr>
          <p:nvPr/>
        </p:nvCxnSpPr>
        <p:spPr>
          <a:xfrm>
            <a:off x="6205537" y="2401888"/>
            <a:ext cx="995363"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59520E0-9D1D-487D-931C-055127427EA8}"/>
              </a:ext>
            </a:extLst>
          </p:cNvPr>
          <p:cNvCxnSpPr>
            <a:cxnSpLocks/>
          </p:cNvCxnSpPr>
          <p:nvPr/>
        </p:nvCxnSpPr>
        <p:spPr>
          <a:xfrm>
            <a:off x="5486400" y="3173617"/>
            <a:ext cx="85725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084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14475" y="-1206375"/>
            <a:ext cx="9144000" cy="2387600"/>
          </a:xfrm>
        </p:spPr>
        <p:txBody>
          <a:bodyPr>
            <a:normAutofit/>
          </a:bodyPr>
          <a:lstStyle/>
          <a:p>
            <a:r>
              <a:rPr lang="en-US" dirty="0"/>
              <a:t>Skim read the article</a:t>
            </a:r>
            <a:endParaRPr lang="en-US" sz="6000" dirty="0"/>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sp>
        <p:nvSpPr>
          <p:cNvPr id="8" name="Subtitle 7">
            <a:extLst>
              <a:ext uri="{FF2B5EF4-FFF2-40B4-BE49-F238E27FC236}">
                <a16:creationId xmlns:a16="http://schemas.microsoft.com/office/drawing/2014/main" id="{AB59C27A-68D4-418B-9A5A-7B0A395F229D}"/>
              </a:ext>
            </a:extLst>
          </p:cNvPr>
          <p:cNvSpPr>
            <a:spLocks noGrp="1"/>
          </p:cNvSpPr>
          <p:nvPr>
            <p:ph type="subTitle" idx="1"/>
          </p:nvPr>
        </p:nvSpPr>
        <p:spPr/>
        <p:txBody>
          <a:bodyPr/>
          <a:lstStyle/>
          <a:p>
            <a:endParaRPr lang="en-US"/>
          </a:p>
        </p:txBody>
      </p:sp>
      <p:pic>
        <p:nvPicPr>
          <p:cNvPr id="12" name="Picture 11">
            <a:extLst>
              <a:ext uri="{FF2B5EF4-FFF2-40B4-BE49-F238E27FC236}">
                <a16:creationId xmlns:a16="http://schemas.microsoft.com/office/drawing/2014/main" id="{26ADA628-E6F4-4472-9A61-7668D783CFE4}"/>
              </a:ext>
            </a:extLst>
          </p:cNvPr>
          <p:cNvPicPr>
            <a:picLocks noChangeAspect="1"/>
          </p:cNvPicPr>
          <p:nvPr/>
        </p:nvPicPr>
        <p:blipFill>
          <a:blip r:embed="rId2"/>
          <a:stretch>
            <a:fillRect/>
          </a:stretch>
        </p:blipFill>
        <p:spPr>
          <a:xfrm>
            <a:off x="1233885" y="1085975"/>
            <a:ext cx="9724230" cy="5270696"/>
          </a:xfrm>
          <a:prstGeom prst="rect">
            <a:avLst/>
          </a:prstGeom>
        </p:spPr>
      </p:pic>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37265988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t>Re-read question 1, then look for the synonyms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a:xfrm>
            <a:off x="1524000" y="3602037"/>
            <a:ext cx="9144000" cy="3074987"/>
          </a:xfrm>
        </p:spPr>
        <p:txBody>
          <a:bodyPr>
            <a:normAutofit/>
          </a:bodyPr>
          <a:lstStyle/>
          <a:p>
            <a:r>
              <a:rPr lang="en-US" b="1" dirty="0"/>
              <a:t>Compared to – </a:t>
            </a:r>
            <a:r>
              <a:rPr lang="en-US" dirty="0"/>
              <a:t>like, similar to, looks like</a:t>
            </a:r>
            <a:endParaRPr lang="en-US" b="1" dirty="0"/>
          </a:p>
          <a:p>
            <a:r>
              <a:rPr lang="en-US" b="1" dirty="0"/>
              <a:t>Below a hundred </a:t>
            </a:r>
            <a:r>
              <a:rPr lang="en-US" dirty="0"/>
              <a:t>– Under, Less than, Lower than, Fewer than 100 </a:t>
            </a:r>
          </a:p>
          <a:p>
            <a:r>
              <a:rPr lang="en-US" b="1" dirty="0"/>
              <a:t>Illegally</a:t>
            </a:r>
            <a:r>
              <a:rPr lang="en-US" dirty="0"/>
              <a:t> – Criminally, Against the law, Extrajudicially, </a:t>
            </a:r>
          </a:p>
          <a:p>
            <a:r>
              <a:rPr lang="en-US" b="1" dirty="0"/>
              <a:t>Criminals</a:t>
            </a:r>
            <a:r>
              <a:rPr lang="en-US" dirty="0"/>
              <a:t> – Crime, poachers, illegal enterprise, </a:t>
            </a:r>
          </a:p>
          <a:p>
            <a:r>
              <a:rPr lang="en-US" b="1" dirty="0"/>
              <a:t>Improved</a:t>
            </a:r>
            <a:r>
              <a:rPr lang="en-US" dirty="0"/>
              <a:t> – Helped, gotten better, expanded, grown</a:t>
            </a:r>
          </a:p>
          <a:p>
            <a:r>
              <a:rPr lang="en-US" b="1" dirty="0"/>
              <a:t>Success</a:t>
            </a:r>
            <a:r>
              <a:rPr lang="en-US" dirty="0"/>
              <a:t> – Accomplish, attain, grown, expand, succeed</a:t>
            </a:r>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rotWithShape="1">
          <a:blip r:embed="rId3"/>
          <a:srcRect l="9323" t="50714" r="26594" b="10454"/>
          <a:stretch/>
        </p:blipFill>
        <p:spPr>
          <a:xfrm>
            <a:off x="3448050" y="2052850"/>
            <a:ext cx="5514975" cy="1510285"/>
          </a:xfrm>
          <a:prstGeom prst="rect">
            <a:avLst/>
          </a:prstGeom>
        </p:spPr>
      </p:pic>
      <p:cxnSp>
        <p:nvCxnSpPr>
          <p:cNvPr id="5" name="Straight Connector 4">
            <a:extLst>
              <a:ext uri="{FF2B5EF4-FFF2-40B4-BE49-F238E27FC236}">
                <a16:creationId xmlns:a16="http://schemas.microsoft.com/office/drawing/2014/main" id="{2506D12F-827F-4104-A264-33CC441FBCEA}"/>
              </a:ext>
            </a:extLst>
          </p:cNvPr>
          <p:cNvCxnSpPr/>
          <p:nvPr/>
        </p:nvCxnSpPr>
        <p:spPr>
          <a:xfrm>
            <a:off x="4791075" y="2401888"/>
            <a:ext cx="141446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B59139-819E-49ED-AF4D-589C3264516F}"/>
              </a:ext>
            </a:extLst>
          </p:cNvPr>
          <p:cNvCxnSpPr>
            <a:cxnSpLocks/>
          </p:cNvCxnSpPr>
          <p:nvPr/>
        </p:nvCxnSpPr>
        <p:spPr>
          <a:xfrm>
            <a:off x="6686550" y="2790530"/>
            <a:ext cx="12573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183C54B-93E3-40C0-9AF0-A29A00238794}"/>
              </a:ext>
            </a:extLst>
          </p:cNvPr>
          <p:cNvCxnSpPr>
            <a:cxnSpLocks/>
          </p:cNvCxnSpPr>
          <p:nvPr/>
        </p:nvCxnSpPr>
        <p:spPr>
          <a:xfrm>
            <a:off x="7086600" y="3200899"/>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99598B-7485-4FF2-8D7C-03310999EEF7}"/>
              </a:ext>
            </a:extLst>
          </p:cNvPr>
          <p:cNvCxnSpPr>
            <a:cxnSpLocks/>
          </p:cNvCxnSpPr>
          <p:nvPr/>
        </p:nvCxnSpPr>
        <p:spPr>
          <a:xfrm>
            <a:off x="8315325" y="3211218"/>
            <a:ext cx="5715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C0BB1B-AEB6-4505-B24B-28046B4F4300}"/>
              </a:ext>
            </a:extLst>
          </p:cNvPr>
          <p:cNvCxnSpPr>
            <a:cxnSpLocks/>
          </p:cNvCxnSpPr>
          <p:nvPr/>
        </p:nvCxnSpPr>
        <p:spPr>
          <a:xfrm>
            <a:off x="6848475" y="349696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B1C8272-54B4-48D5-B9DA-93C12AB8ECC1}"/>
              </a:ext>
            </a:extLst>
          </p:cNvPr>
          <p:cNvCxnSpPr>
            <a:cxnSpLocks/>
          </p:cNvCxnSpPr>
          <p:nvPr/>
        </p:nvCxnSpPr>
        <p:spPr>
          <a:xfrm>
            <a:off x="5772150" y="350727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D0BFF0-875B-4EF2-889C-F2DFA7516343}"/>
              </a:ext>
            </a:extLst>
          </p:cNvPr>
          <p:cNvCxnSpPr>
            <a:cxnSpLocks/>
          </p:cNvCxnSpPr>
          <p:nvPr/>
        </p:nvCxnSpPr>
        <p:spPr>
          <a:xfrm>
            <a:off x="5067300" y="3499046"/>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51EE53-9405-4C6E-9706-688897B4445E}"/>
              </a:ext>
            </a:extLst>
          </p:cNvPr>
          <p:cNvCxnSpPr>
            <a:cxnSpLocks/>
          </p:cNvCxnSpPr>
          <p:nvPr/>
        </p:nvCxnSpPr>
        <p:spPr>
          <a:xfrm>
            <a:off x="6205537" y="2401888"/>
            <a:ext cx="995363"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4A1D6CA-A75F-45B9-8EFE-CCA3B3C1281A}"/>
              </a:ext>
            </a:extLst>
          </p:cNvPr>
          <p:cNvCxnSpPr>
            <a:cxnSpLocks/>
          </p:cNvCxnSpPr>
          <p:nvPr/>
        </p:nvCxnSpPr>
        <p:spPr>
          <a:xfrm>
            <a:off x="5486400" y="3173617"/>
            <a:ext cx="85725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19781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14475" y="-1206375"/>
            <a:ext cx="9144000" cy="2387600"/>
          </a:xfrm>
        </p:spPr>
        <p:txBody>
          <a:bodyPr>
            <a:normAutofit/>
          </a:bodyPr>
          <a:lstStyle/>
          <a:p>
            <a:r>
              <a:rPr lang="en-US" dirty="0"/>
              <a:t>Look for the answer…</a:t>
            </a:r>
            <a:endParaRPr lang="en-US" sz="6000" dirty="0"/>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sp>
        <p:nvSpPr>
          <p:cNvPr id="8" name="Subtitle 7">
            <a:extLst>
              <a:ext uri="{FF2B5EF4-FFF2-40B4-BE49-F238E27FC236}">
                <a16:creationId xmlns:a16="http://schemas.microsoft.com/office/drawing/2014/main" id="{AB59C27A-68D4-418B-9A5A-7B0A395F229D}"/>
              </a:ext>
            </a:extLst>
          </p:cNvPr>
          <p:cNvSpPr>
            <a:spLocks noGrp="1"/>
          </p:cNvSpPr>
          <p:nvPr>
            <p:ph type="subTitle" idx="1"/>
          </p:nvPr>
        </p:nvSpPr>
        <p:spPr/>
        <p:txBody>
          <a:bodyPr/>
          <a:lstStyle/>
          <a:p>
            <a:endParaRPr lang="en-US"/>
          </a:p>
        </p:txBody>
      </p:sp>
      <p:pic>
        <p:nvPicPr>
          <p:cNvPr id="12" name="Picture 11">
            <a:extLst>
              <a:ext uri="{FF2B5EF4-FFF2-40B4-BE49-F238E27FC236}">
                <a16:creationId xmlns:a16="http://schemas.microsoft.com/office/drawing/2014/main" id="{26ADA628-E6F4-4472-9A61-7668D783CFE4}"/>
              </a:ext>
            </a:extLst>
          </p:cNvPr>
          <p:cNvPicPr>
            <a:picLocks noChangeAspect="1"/>
          </p:cNvPicPr>
          <p:nvPr/>
        </p:nvPicPr>
        <p:blipFill>
          <a:blip r:embed="rId2"/>
          <a:stretch>
            <a:fillRect/>
          </a:stretch>
        </p:blipFill>
        <p:spPr>
          <a:xfrm>
            <a:off x="1233885" y="1085975"/>
            <a:ext cx="9724230" cy="5270696"/>
          </a:xfrm>
          <a:prstGeom prst="rect">
            <a:avLst/>
          </a:prstGeom>
        </p:spPr>
      </p:pic>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15918801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14475" y="-1206375"/>
            <a:ext cx="9144000" cy="2387600"/>
          </a:xfrm>
        </p:spPr>
        <p:txBody>
          <a:bodyPr>
            <a:normAutofit/>
          </a:bodyPr>
          <a:lstStyle/>
          <a:p>
            <a:r>
              <a:rPr lang="en-US" dirty="0"/>
              <a:t>There it is…</a:t>
            </a:r>
            <a:endParaRPr lang="en-US" sz="6000" dirty="0"/>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sp>
        <p:nvSpPr>
          <p:cNvPr id="8" name="Subtitle 7">
            <a:extLst>
              <a:ext uri="{FF2B5EF4-FFF2-40B4-BE49-F238E27FC236}">
                <a16:creationId xmlns:a16="http://schemas.microsoft.com/office/drawing/2014/main" id="{AB59C27A-68D4-418B-9A5A-7B0A395F229D}"/>
              </a:ext>
            </a:extLst>
          </p:cNvPr>
          <p:cNvSpPr>
            <a:spLocks noGrp="1"/>
          </p:cNvSpPr>
          <p:nvPr>
            <p:ph type="subTitle" idx="1"/>
          </p:nvPr>
        </p:nvSpPr>
        <p:spPr/>
        <p:txBody>
          <a:bodyPr/>
          <a:lstStyle/>
          <a:p>
            <a:endParaRPr lang="en-US"/>
          </a:p>
        </p:txBody>
      </p:sp>
      <p:pic>
        <p:nvPicPr>
          <p:cNvPr id="12" name="Picture 11">
            <a:extLst>
              <a:ext uri="{FF2B5EF4-FFF2-40B4-BE49-F238E27FC236}">
                <a16:creationId xmlns:a16="http://schemas.microsoft.com/office/drawing/2014/main" id="{26ADA628-E6F4-4472-9A61-7668D783CFE4}"/>
              </a:ext>
            </a:extLst>
          </p:cNvPr>
          <p:cNvPicPr>
            <a:picLocks noChangeAspect="1"/>
          </p:cNvPicPr>
          <p:nvPr/>
        </p:nvPicPr>
        <p:blipFill>
          <a:blip r:embed="rId2"/>
          <a:stretch>
            <a:fillRect/>
          </a:stretch>
        </p:blipFill>
        <p:spPr>
          <a:xfrm>
            <a:off x="1233885" y="1085975"/>
            <a:ext cx="9724230" cy="5270696"/>
          </a:xfrm>
          <a:prstGeom prst="rect">
            <a:avLst/>
          </a:prstGeom>
        </p:spPr>
      </p:pic>
      <p:cxnSp>
        <p:nvCxnSpPr>
          <p:cNvPr id="4" name="Straight Connector 3">
            <a:extLst>
              <a:ext uri="{FF2B5EF4-FFF2-40B4-BE49-F238E27FC236}">
                <a16:creationId xmlns:a16="http://schemas.microsoft.com/office/drawing/2014/main" id="{49A87DC3-67C0-4498-ABB3-7B3A01976D3D}"/>
              </a:ext>
            </a:extLst>
          </p:cNvPr>
          <p:cNvCxnSpPr/>
          <p:nvPr/>
        </p:nvCxnSpPr>
        <p:spPr>
          <a:xfrm>
            <a:off x="5667375" y="2152650"/>
            <a:ext cx="177165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26976789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t>Remember the instructions!</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p:txBody>
          <a:bodyPr/>
          <a:lstStyle/>
          <a:p>
            <a:endParaRPr lang="en-US"/>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a:blip r:embed="rId3"/>
          <a:stretch>
            <a:fillRect/>
          </a:stretch>
        </p:blipFill>
        <p:spPr>
          <a:xfrm>
            <a:off x="1788472" y="2094716"/>
            <a:ext cx="8605902" cy="3889375"/>
          </a:xfrm>
          <a:prstGeom prst="rect">
            <a:avLst/>
          </a:prstGeom>
        </p:spPr>
      </p:pic>
      <p:sp>
        <p:nvSpPr>
          <p:cNvPr id="10" name="Rectangle 9">
            <a:extLst>
              <a:ext uri="{FF2B5EF4-FFF2-40B4-BE49-F238E27FC236}">
                <a16:creationId xmlns:a16="http://schemas.microsoft.com/office/drawing/2014/main" id="{F51AD659-3D3D-4CCF-801E-0A1B9CDC856D}"/>
              </a:ext>
            </a:extLst>
          </p:cNvPr>
          <p:cNvSpPr/>
          <p:nvPr/>
        </p:nvSpPr>
        <p:spPr>
          <a:xfrm flipV="1">
            <a:off x="3410253" y="3179761"/>
            <a:ext cx="4257371" cy="346076"/>
          </a:xfrm>
          <a:prstGeom prst="rect">
            <a:avLst/>
          </a:prstGeom>
          <a:noFill/>
          <a:ln w="76200">
            <a:solidFill>
              <a:schemeClr val="accent1"/>
            </a:solidFill>
          </a:ln>
          <a:effectLst>
            <a:outerShdw blurRad="107950" dist="12700" dir="5400000" algn="ctr">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490077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i="1" dirty="0"/>
              <a:t>‘Like a tank’ </a:t>
            </a:r>
            <a:r>
              <a:rPr lang="en-US" sz="6000" dirty="0"/>
              <a:t>or </a:t>
            </a:r>
            <a:r>
              <a:rPr lang="en-US" sz="6000" i="1" dirty="0"/>
              <a:t>‘A tank’ </a:t>
            </a:r>
            <a:r>
              <a:rPr lang="en-US" sz="6000" dirty="0"/>
              <a:t>are </a:t>
            </a:r>
            <a:r>
              <a:rPr lang="en-US" sz="6000" dirty="0">
                <a:solidFill>
                  <a:schemeClr val="accent1"/>
                </a:solidFill>
              </a:rPr>
              <a:t>acceptable…</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p:txBody>
          <a:bodyPr/>
          <a:lstStyle/>
          <a:p>
            <a:endParaRPr lang="en-US"/>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a:blip r:embed="rId3"/>
          <a:stretch>
            <a:fillRect/>
          </a:stretch>
        </p:blipFill>
        <p:spPr>
          <a:xfrm>
            <a:off x="1788472" y="2094716"/>
            <a:ext cx="8605902" cy="3889375"/>
          </a:xfrm>
          <a:prstGeom prst="rect">
            <a:avLst/>
          </a:prstGeom>
        </p:spPr>
      </p:pic>
      <p:sp>
        <p:nvSpPr>
          <p:cNvPr id="10" name="Rectangle 9">
            <a:extLst>
              <a:ext uri="{FF2B5EF4-FFF2-40B4-BE49-F238E27FC236}">
                <a16:creationId xmlns:a16="http://schemas.microsoft.com/office/drawing/2014/main" id="{F51AD659-3D3D-4CCF-801E-0A1B9CDC856D}"/>
              </a:ext>
            </a:extLst>
          </p:cNvPr>
          <p:cNvSpPr/>
          <p:nvPr/>
        </p:nvSpPr>
        <p:spPr>
          <a:xfrm flipV="1">
            <a:off x="3410253" y="3179761"/>
            <a:ext cx="4257371" cy="346076"/>
          </a:xfrm>
          <a:prstGeom prst="rect">
            <a:avLst/>
          </a:prstGeom>
          <a:noFill/>
          <a:ln w="76200">
            <a:solidFill>
              <a:schemeClr val="accent1"/>
            </a:solidFill>
          </a:ln>
          <a:effectLst>
            <a:outerShdw blurRad="107950" dist="12700" dir="5400000" algn="ctr">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2259563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i="1" dirty="0"/>
              <a:t>‘Like a tank on legs’ </a:t>
            </a:r>
            <a:r>
              <a:rPr lang="en-US" sz="6000" dirty="0"/>
              <a:t>is </a:t>
            </a:r>
            <a:r>
              <a:rPr lang="en-US" sz="6000" dirty="0">
                <a:solidFill>
                  <a:srgbClr val="FF0000"/>
                </a:solidFill>
              </a:rPr>
              <a:t>not acceptable.</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p:txBody>
          <a:bodyPr/>
          <a:lstStyle/>
          <a:p>
            <a:endParaRPr lang="en-US"/>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a:blip r:embed="rId3"/>
          <a:stretch>
            <a:fillRect/>
          </a:stretch>
        </p:blipFill>
        <p:spPr>
          <a:xfrm>
            <a:off x="1788472" y="2094716"/>
            <a:ext cx="8605902" cy="3889375"/>
          </a:xfrm>
          <a:prstGeom prst="rect">
            <a:avLst/>
          </a:prstGeom>
        </p:spPr>
      </p:pic>
      <p:sp>
        <p:nvSpPr>
          <p:cNvPr id="10" name="Rectangle 9">
            <a:extLst>
              <a:ext uri="{FF2B5EF4-FFF2-40B4-BE49-F238E27FC236}">
                <a16:creationId xmlns:a16="http://schemas.microsoft.com/office/drawing/2014/main" id="{F51AD659-3D3D-4CCF-801E-0A1B9CDC856D}"/>
              </a:ext>
            </a:extLst>
          </p:cNvPr>
          <p:cNvSpPr/>
          <p:nvPr/>
        </p:nvSpPr>
        <p:spPr>
          <a:xfrm flipV="1">
            <a:off x="3410253" y="3179761"/>
            <a:ext cx="4257371" cy="346076"/>
          </a:xfrm>
          <a:prstGeom prst="rect">
            <a:avLst/>
          </a:prstGeom>
          <a:noFill/>
          <a:ln w="76200">
            <a:solidFill>
              <a:schemeClr val="accent1"/>
            </a:solidFill>
          </a:ln>
          <a:effectLst>
            <a:outerShdw blurRad="107950" dist="12700" dir="5400000" algn="ctr">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9227687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t>Let’s try question 2…</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a:xfrm>
            <a:off x="1524000" y="3602037"/>
            <a:ext cx="9144000" cy="3074987"/>
          </a:xfrm>
        </p:spPr>
        <p:txBody>
          <a:bodyPr>
            <a:normAutofit/>
          </a:bodyPr>
          <a:lstStyle/>
          <a:p>
            <a:r>
              <a:rPr lang="en-US" b="1" dirty="0"/>
              <a:t>Compared to – </a:t>
            </a:r>
            <a:r>
              <a:rPr lang="en-US" dirty="0"/>
              <a:t>like, similar to, looks like</a:t>
            </a:r>
            <a:endParaRPr lang="en-US" b="1" dirty="0"/>
          </a:p>
          <a:p>
            <a:r>
              <a:rPr lang="en-US" b="1" dirty="0"/>
              <a:t>Below a hundred </a:t>
            </a:r>
            <a:r>
              <a:rPr lang="en-US" dirty="0"/>
              <a:t>– Under, Less than, Lower than, Fewer than 100 </a:t>
            </a:r>
          </a:p>
          <a:p>
            <a:r>
              <a:rPr lang="en-US" b="1" dirty="0"/>
              <a:t>Illegally</a:t>
            </a:r>
            <a:r>
              <a:rPr lang="en-US" dirty="0"/>
              <a:t> – Criminally, Against the law, Extrajudicially, </a:t>
            </a:r>
          </a:p>
          <a:p>
            <a:r>
              <a:rPr lang="en-US" b="1" dirty="0"/>
              <a:t>Criminals</a:t>
            </a:r>
            <a:r>
              <a:rPr lang="en-US" dirty="0"/>
              <a:t> – Crime, poachers, illegal enterprise, </a:t>
            </a:r>
          </a:p>
          <a:p>
            <a:r>
              <a:rPr lang="en-US" b="1" dirty="0"/>
              <a:t>Improved</a:t>
            </a:r>
            <a:r>
              <a:rPr lang="en-US" dirty="0"/>
              <a:t> – Helped, gotten better, expanded, grown</a:t>
            </a:r>
          </a:p>
          <a:p>
            <a:r>
              <a:rPr lang="en-US" b="1" dirty="0"/>
              <a:t>Success</a:t>
            </a:r>
            <a:r>
              <a:rPr lang="en-US" dirty="0"/>
              <a:t> – Accomplish, attain, grown, expand, succeed</a:t>
            </a:r>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rotWithShape="1">
          <a:blip r:embed="rId3"/>
          <a:srcRect l="9323" t="50714" r="26594" b="10454"/>
          <a:stretch/>
        </p:blipFill>
        <p:spPr>
          <a:xfrm>
            <a:off x="3448050" y="2052850"/>
            <a:ext cx="5514975" cy="1510285"/>
          </a:xfrm>
          <a:prstGeom prst="rect">
            <a:avLst/>
          </a:prstGeom>
        </p:spPr>
      </p:pic>
      <p:cxnSp>
        <p:nvCxnSpPr>
          <p:cNvPr id="5" name="Straight Connector 4">
            <a:extLst>
              <a:ext uri="{FF2B5EF4-FFF2-40B4-BE49-F238E27FC236}">
                <a16:creationId xmlns:a16="http://schemas.microsoft.com/office/drawing/2014/main" id="{2506D12F-827F-4104-A264-33CC441FBCEA}"/>
              </a:ext>
            </a:extLst>
          </p:cNvPr>
          <p:cNvCxnSpPr/>
          <p:nvPr/>
        </p:nvCxnSpPr>
        <p:spPr>
          <a:xfrm>
            <a:off x="4791075" y="2401888"/>
            <a:ext cx="141446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B59139-819E-49ED-AF4D-589C3264516F}"/>
              </a:ext>
            </a:extLst>
          </p:cNvPr>
          <p:cNvCxnSpPr>
            <a:cxnSpLocks/>
          </p:cNvCxnSpPr>
          <p:nvPr/>
        </p:nvCxnSpPr>
        <p:spPr>
          <a:xfrm>
            <a:off x="6686550" y="2790530"/>
            <a:ext cx="12573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183C54B-93E3-40C0-9AF0-A29A00238794}"/>
              </a:ext>
            </a:extLst>
          </p:cNvPr>
          <p:cNvCxnSpPr>
            <a:cxnSpLocks/>
          </p:cNvCxnSpPr>
          <p:nvPr/>
        </p:nvCxnSpPr>
        <p:spPr>
          <a:xfrm>
            <a:off x="7086600" y="3200899"/>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99598B-7485-4FF2-8D7C-03310999EEF7}"/>
              </a:ext>
            </a:extLst>
          </p:cNvPr>
          <p:cNvCxnSpPr>
            <a:cxnSpLocks/>
          </p:cNvCxnSpPr>
          <p:nvPr/>
        </p:nvCxnSpPr>
        <p:spPr>
          <a:xfrm>
            <a:off x="8315325" y="3211218"/>
            <a:ext cx="5715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C0BB1B-AEB6-4505-B24B-28046B4F4300}"/>
              </a:ext>
            </a:extLst>
          </p:cNvPr>
          <p:cNvCxnSpPr>
            <a:cxnSpLocks/>
          </p:cNvCxnSpPr>
          <p:nvPr/>
        </p:nvCxnSpPr>
        <p:spPr>
          <a:xfrm>
            <a:off x="6848475" y="349696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B1C8272-54B4-48D5-B9DA-93C12AB8ECC1}"/>
              </a:ext>
            </a:extLst>
          </p:cNvPr>
          <p:cNvCxnSpPr>
            <a:cxnSpLocks/>
          </p:cNvCxnSpPr>
          <p:nvPr/>
        </p:nvCxnSpPr>
        <p:spPr>
          <a:xfrm>
            <a:off x="5772150" y="350727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D0BFF0-875B-4EF2-889C-F2DFA7516343}"/>
              </a:ext>
            </a:extLst>
          </p:cNvPr>
          <p:cNvCxnSpPr>
            <a:cxnSpLocks/>
          </p:cNvCxnSpPr>
          <p:nvPr/>
        </p:nvCxnSpPr>
        <p:spPr>
          <a:xfrm>
            <a:off x="5067300" y="3499046"/>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51EE53-9405-4C6E-9706-688897B4445E}"/>
              </a:ext>
            </a:extLst>
          </p:cNvPr>
          <p:cNvCxnSpPr>
            <a:cxnSpLocks/>
          </p:cNvCxnSpPr>
          <p:nvPr/>
        </p:nvCxnSpPr>
        <p:spPr>
          <a:xfrm>
            <a:off x="6205537" y="2401888"/>
            <a:ext cx="995363"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48508EF-2A52-4FF5-8CB3-84C2B1C6779A}"/>
              </a:ext>
            </a:extLst>
          </p:cNvPr>
          <p:cNvCxnSpPr>
            <a:cxnSpLocks/>
          </p:cNvCxnSpPr>
          <p:nvPr/>
        </p:nvCxnSpPr>
        <p:spPr>
          <a:xfrm>
            <a:off x="5486400" y="3173617"/>
            <a:ext cx="85725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07787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14475" y="-1206375"/>
            <a:ext cx="9144000" cy="2387600"/>
          </a:xfrm>
        </p:spPr>
        <p:txBody>
          <a:bodyPr>
            <a:normAutofit/>
          </a:bodyPr>
          <a:lstStyle/>
          <a:p>
            <a:r>
              <a:rPr lang="en-US" dirty="0"/>
              <a:t>Look for the answer…</a:t>
            </a:r>
            <a:endParaRPr lang="en-US" sz="6000" dirty="0"/>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sp>
        <p:nvSpPr>
          <p:cNvPr id="8" name="Subtitle 7">
            <a:extLst>
              <a:ext uri="{FF2B5EF4-FFF2-40B4-BE49-F238E27FC236}">
                <a16:creationId xmlns:a16="http://schemas.microsoft.com/office/drawing/2014/main" id="{AB59C27A-68D4-418B-9A5A-7B0A395F229D}"/>
              </a:ext>
            </a:extLst>
          </p:cNvPr>
          <p:cNvSpPr>
            <a:spLocks noGrp="1"/>
          </p:cNvSpPr>
          <p:nvPr>
            <p:ph type="subTitle" idx="1"/>
          </p:nvPr>
        </p:nvSpPr>
        <p:spPr/>
        <p:txBody>
          <a:bodyPr/>
          <a:lstStyle/>
          <a:p>
            <a:endParaRPr lang="en-US"/>
          </a:p>
        </p:txBody>
      </p:sp>
      <p:pic>
        <p:nvPicPr>
          <p:cNvPr id="12" name="Picture 11">
            <a:extLst>
              <a:ext uri="{FF2B5EF4-FFF2-40B4-BE49-F238E27FC236}">
                <a16:creationId xmlns:a16="http://schemas.microsoft.com/office/drawing/2014/main" id="{26ADA628-E6F4-4472-9A61-7668D783CFE4}"/>
              </a:ext>
            </a:extLst>
          </p:cNvPr>
          <p:cNvPicPr>
            <a:picLocks noChangeAspect="1"/>
          </p:cNvPicPr>
          <p:nvPr/>
        </p:nvPicPr>
        <p:blipFill>
          <a:blip r:embed="rId2"/>
          <a:stretch>
            <a:fillRect/>
          </a:stretch>
        </p:blipFill>
        <p:spPr>
          <a:xfrm>
            <a:off x="1233885" y="1085975"/>
            <a:ext cx="9724230" cy="5270696"/>
          </a:xfrm>
          <a:prstGeom prst="rect">
            <a:avLst/>
          </a:prstGeom>
        </p:spPr>
      </p:pic>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19410889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14475" y="-1206375"/>
            <a:ext cx="9144000" cy="2387600"/>
          </a:xfrm>
        </p:spPr>
        <p:txBody>
          <a:bodyPr>
            <a:normAutofit/>
          </a:bodyPr>
          <a:lstStyle/>
          <a:p>
            <a:r>
              <a:rPr lang="en-US" dirty="0"/>
              <a:t>There it is….</a:t>
            </a:r>
            <a:endParaRPr lang="en-US" sz="6000" dirty="0"/>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sp>
        <p:nvSpPr>
          <p:cNvPr id="8" name="Subtitle 7">
            <a:extLst>
              <a:ext uri="{FF2B5EF4-FFF2-40B4-BE49-F238E27FC236}">
                <a16:creationId xmlns:a16="http://schemas.microsoft.com/office/drawing/2014/main" id="{AB59C27A-68D4-418B-9A5A-7B0A395F229D}"/>
              </a:ext>
            </a:extLst>
          </p:cNvPr>
          <p:cNvSpPr>
            <a:spLocks noGrp="1"/>
          </p:cNvSpPr>
          <p:nvPr>
            <p:ph type="subTitle" idx="1"/>
          </p:nvPr>
        </p:nvSpPr>
        <p:spPr/>
        <p:txBody>
          <a:bodyPr/>
          <a:lstStyle/>
          <a:p>
            <a:endParaRPr lang="en-US"/>
          </a:p>
        </p:txBody>
      </p:sp>
      <p:pic>
        <p:nvPicPr>
          <p:cNvPr id="12" name="Picture 11">
            <a:extLst>
              <a:ext uri="{FF2B5EF4-FFF2-40B4-BE49-F238E27FC236}">
                <a16:creationId xmlns:a16="http://schemas.microsoft.com/office/drawing/2014/main" id="{26ADA628-E6F4-4472-9A61-7668D783CFE4}"/>
              </a:ext>
            </a:extLst>
          </p:cNvPr>
          <p:cNvPicPr>
            <a:picLocks noChangeAspect="1"/>
          </p:cNvPicPr>
          <p:nvPr/>
        </p:nvPicPr>
        <p:blipFill>
          <a:blip r:embed="rId2"/>
          <a:stretch>
            <a:fillRect/>
          </a:stretch>
        </p:blipFill>
        <p:spPr>
          <a:xfrm>
            <a:off x="1233885" y="1085975"/>
            <a:ext cx="9724230" cy="5270696"/>
          </a:xfrm>
          <a:prstGeom prst="rect">
            <a:avLst/>
          </a:prstGeom>
        </p:spPr>
      </p:pic>
      <p:cxnSp>
        <p:nvCxnSpPr>
          <p:cNvPr id="4" name="Straight Connector 3">
            <a:extLst>
              <a:ext uri="{FF2B5EF4-FFF2-40B4-BE49-F238E27FC236}">
                <a16:creationId xmlns:a16="http://schemas.microsoft.com/office/drawing/2014/main" id="{9CF47422-A984-4629-8B20-FF5B477ECDFE}"/>
              </a:ext>
            </a:extLst>
          </p:cNvPr>
          <p:cNvCxnSpPr/>
          <p:nvPr/>
        </p:nvCxnSpPr>
        <p:spPr>
          <a:xfrm>
            <a:off x="4838700" y="3733800"/>
            <a:ext cx="1933575"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296A1E-A6AD-471A-9B12-4B94760C3207}"/>
              </a:ext>
            </a:extLst>
          </p:cNvPr>
          <p:cNvCxnSpPr>
            <a:cxnSpLocks/>
          </p:cNvCxnSpPr>
          <p:nvPr/>
        </p:nvCxnSpPr>
        <p:spPr>
          <a:xfrm>
            <a:off x="3752850" y="4038600"/>
            <a:ext cx="100965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40166242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t>Let’s try question 3…</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a:xfrm>
            <a:off x="1524000" y="3602037"/>
            <a:ext cx="9144000" cy="3074987"/>
          </a:xfrm>
        </p:spPr>
        <p:txBody>
          <a:bodyPr>
            <a:normAutofit/>
          </a:bodyPr>
          <a:lstStyle/>
          <a:p>
            <a:r>
              <a:rPr lang="en-US" b="1" dirty="0"/>
              <a:t>Compared to – </a:t>
            </a:r>
            <a:r>
              <a:rPr lang="en-US" dirty="0"/>
              <a:t>like, similar to, looks like</a:t>
            </a:r>
            <a:endParaRPr lang="en-US" b="1" dirty="0"/>
          </a:p>
          <a:p>
            <a:r>
              <a:rPr lang="en-US" b="1" dirty="0"/>
              <a:t>Below a hundred </a:t>
            </a:r>
            <a:r>
              <a:rPr lang="en-US" dirty="0"/>
              <a:t>– Under, Less than, Lower than, Fewer than 100 </a:t>
            </a:r>
          </a:p>
          <a:p>
            <a:r>
              <a:rPr lang="en-US" b="1" dirty="0"/>
              <a:t>Illegally</a:t>
            </a:r>
            <a:r>
              <a:rPr lang="en-US" dirty="0"/>
              <a:t> – Criminally, Against the law, Extrajudicially, </a:t>
            </a:r>
          </a:p>
          <a:p>
            <a:r>
              <a:rPr lang="en-US" b="1" dirty="0"/>
              <a:t>Criminals</a:t>
            </a:r>
            <a:r>
              <a:rPr lang="en-US" dirty="0"/>
              <a:t> – Crime, poachers, illegal enterprise, </a:t>
            </a:r>
          </a:p>
          <a:p>
            <a:r>
              <a:rPr lang="en-US" b="1" dirty="0"/>
              <a:t>Improved</a:t>
            </a:r>
            <a:r>
              <a:rPr lang="en-US" dirty="0"/>
              <a:t> – Helped, gotten better, expanded, grown</a:t>
            </a:r>
          </a:p>
          <a:p>
            <a:r>
              <a:rPr lang="en-US" b="1" dirty="0"/>
              <a:t>Success</a:t>
            </a:r>
            <a:r>
              <a:rPr lang="en-US" dirty="0"/>
              <a:t> – Accomplish, attain, grown, expand, succeed</a:t>
            </a:r>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rotWithShape="1">
          <a:blip r:embed="rId3"/>
          <a:srcRect l="9323" t="50714" r="26594" b="10454"/>
          <a:stretch/>
        </p:blipFill>
        <p:spPr>
          <a:xfrm>
            <a:off x="3448050" y="2052850"/>
            <a:ext cx="5514975" cy="1510285"/>
          </a:xfrm>
          <a:prstGeom prst="rect">
            <a:avLst/>
          </a:prstGeom>
        </p:spPr>
      </p:pic>
      <p:cxnSp>
        <p:nvCxnSpPr>
          <p:cNvPr id="5" name="Straight Connector 4">
            <a:extLst>
              <a:ext uri="{FF2B5EF4-FFF2-40B4-BE49-F238E27FC236}">
                <a16:creationId xmlns:a16="http://schemas.microsoft.com/office/drawing/2014/main" id="{2506D12F-827F-4104-A264-33CC441FBCEA}"/>
              </a:ext>
            </a:extLst>
          </p:cNvPr>
          <p:cNvCxnSpPr/>
          <p:nvPr/>
        </p:nvCxnSpPr>
        <p:spPr>
          <a:xfrm>
            <a:off x="4791075" y="2401888"/>
            <a:ext cx="141446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B59139-819E-49ED-AF4D-589C3264516F}"/>
              </a:ext>
            </a:extLst>
          </p:cNvPr>
          <p:cNvCxnSpPr>
            <a:cxnSpLocks/>
          </p:cNvCxnSpPr>
          <p:nvPr/>
        </p:nvCxnSpPr>
        <p:spPr>
          <a:xfrm>
            <a:off x="6686550" y="2790530"/>
            <a:ext cx="12573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183C54B-93E3-40C0-9AF0-A29A00238794}"/>
              </a:ext>
            </a:extLst>
          </p:cNvPr>
          <p:cNvCxnSpPr>
            <a:cxnSpLocks/>
          </p:cNvCxnSpPr>
          <p:nvPr/>
        </p:nvCxnSpPr>
        <p:spPr>
          <a:xfrm>
            <a:off x="7086600" y="3200899"/>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99598B-7485-4FF2-8D7C-03310999EEF7}"/>
              </a:ext>
            </a:extLst>
          </p:cNvPr>
          <p:cNvCxnSpPr>
            <a:cxnSpLocks/>
          </p:cNvCxnSpPr>
          <p:nvPr/>
        </p:nvCxnSpPr>
        <p:spPr>
          <a:xfrm>
            <a:off x="8315325" y="3211218"/>
            <a:ext cx="5715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C0BB1B-AEB6-4505-B24B-28046B4F4300}"/>
              </a:ext>
            </a:extLst>
          </p:cNvPr>
          <p:cNvCxnSpPr>
            <a:cxnSpLocks/>
          </p:cNvCxnSpPr>
          <p:nvPr/>
        </p:nvCxnSpPr>
        <p:spPr>
          <a:xfrm>
            <a:off x="6848475" y="349696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B1C8272-54B4-48D5-B9DA-93C12AB8ECC1}"/>
              </a:ext>
            </a:extLst>
          </p:cNvPr>
          <p:cNvCxnSpPr>
            <a:cxnSpLocks/>
          </p:cNvCxnSpPr>
          <p:nvPr/>
        </p:nvCxnSpPr>
        <p:spPr>
          <a:xfrm>
            <a:off x="5772150" y="350727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D0BFF0-875B-4EF2-889C-F2DFA7516343}"/>
              </a:ext>
            </a:extLst>
          </p:cNvPr>
          <p:cNvCxnSpPr>
            <a:cxnSpLocks/>
          </p:cNvCxnSpPr>
          <p:nvPr/>
        </p:nvCxnSpPr>
        <p:spPr>
          <a:xfrm>
            <a:off x="5067300" y="3499046"/>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51EE53-9405-4C6E-9706-688897B4445E}"/>
              </a:ext>
            </a:extLst>
          </p:cNvPr>
          <p:cNvCxnSpPr>
            <a:cxnSpLocks/>
          </p:cNvCxnSpPr>
          <p:nvPr/>
        </p:nvCxnSpPr>
        <p:spPr>
          <a:xfrm>
            <a:off x="6205537" y="2401888"/>
            <a:ext cx="995363"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C982EFF-3FD8-418D-B035-221A39DBEB2F}"/>
              </a:ext>
            </a:extLst>
          </p:cNvPr>
          <p:cNvCxnSpPr>
            <a:cxnSpLocks/>
          </p:cNvCxnSpPr>
          <p:nvPr/>
        </p:nvCxnSpPr>
        <p:spPr>
          <a:xfrm>
            <a:off x="5486400" y="3173617"/>
            <a:ext cx="85725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14233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4800" dirty="0">
                <a:solidFill>
                  <a:srgbClr val="FF0000"/>
                </a:solidFill>
              </a:rPr>
              <a:t>Remember, we’re looking for the </a:t>
            </a:r>
            <a:r>
              <a:rPr lang="en-US" sz="4800" dirty="0"/>
              <a:t>‘Black Rhino’,</a:t>
            </a:r>
            <a:r>
              <a:rPr lang="en-US" sz="4800" dirty="0">
                <a:solidFill>
                  <a:schemeClr val="accent1"/>
                </a:solidFill>
              </a:rPr>
              <a:t> </a:t>
            </a:r>
            <a:r>
              <a:rPr lang="en-US" sz="4800" dirty="0">
                <a:solidFill>
                  <a:srgbClr val="FF0000"/>
                </a:solidFill>
              </a:rPr>
              <a:t>not the </a:t>
            </a:r>
            <a:r>
              <a:rPr lang="en-US" sz="4800" dirty="0">
                <a:solidFill>
                  <a:schemeClr val="bg1"/>
                </a:solidFill>
              </a:rPr>
              <a:t>‘White rhino’.</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a:xfrm>
            <a:off x="1524000" y="3602037"/>
            <a:ext cx="9144000" cy="3074987"/>
          </a:xfrm>
        </p:spPr>
        <p:txBody>
          <a:bodyPr>
            <a:normAutofit/>
          </a:bodyPr>
          <a:lstStyle/>
          <a:p>
            <a:r>
              <a:rPr lang="en-US" b="1" dirty="0"/>
              <a:t>Compared to – </a:t>
            </a:r>
            <a:r>
              <a:rPr lang="en-US" dirty="0"/>
              <a:t>like, similar to, looks like</a:t>
            </a:r>
            <a:endParaRPr lang="en-US" b="1" dirty="0"/>
          </a:p>
          <a:p>
            <a:r>
              <a:rPr lang="en-US" b="1" dirty="0"/>
              <a:t>Below a hundred </a:t>
            </a:r>
            <a:r>
              <a:rPr lang="en-US" dirty="0"/>
              <a:t>– Under, Less than, Lower than, Fewer than 100 </a:t>
            </a:r>
          </a:p>
          <a:p>
            <a:r>
              <a:rPr lang="en-US" b="1" dirty="0"/>
              <a:t>Illegally</a:t>
            </a:r>
            <a:r>
              <a:rPr lang="en-US" dirty="0"/>
              <a:t> – Criminally, Against the law, Extrajudicially, </a:t>
            </a:r>
          </a:p>
          <a:p>
            <a:r>
              <a:rPr lang="en-US" b="1" dirty="0"/>
              <a:t>Criminals</a:t>
            </a:r>
            <a:r>
              <a:rPr lang="en-US" dirty="0"/>
              <a:t> – Crime, poachers, illegal enterprise, </a:t>
            </a:r>
          </a:p>
          <a:p>
            <a:r>
              <a:rPr lang="en-US" b="1" dirty="0"/>
              <a:t>Improved</a:t>
            </a:r>
            <a:r>
              <a:rPr lang="en-US" dirty="0"/>
              <a:t> – Helped, gotten better, expanded, grown</a:t>
            </a:r>
          </a:p>
          <a:p>
            <a:r>
              <a:rPr lang="en-US" b="1" dirty="0"/>
              <a:t>Success</a:t>
            </a:r>
            <a:r>
              <a:rPr lang="en-US" dirty="0"/>
              <a:t> – Accomplish, attain, grown, expand, succeed</a:t>
            </a:r>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rotWithShape="1">
          <a:blip r:embed="rId3"/>
          <a:srcRect l="9323" t="50714" r="26594" b="10454"/>
          <a:stretch/>
        </p:blipFill>
        <p:spPr>
          <a:xfrm>
            <a:off x="3448050" y="2052850"/>
            <a:ext cx="5514975" cy="1510285"/>
          </a:xfrm>
          <a:prstGeom prst="rect">
            <a:avLst/>
          </a:prstGeom>
        </p:spPr>
      </p:pic>
      <p:cxnSp>
        <p:nvCxnSpPr>
          <p:cNvPr id="5" name="Straight Connector 4">
            <a:extLst>
              <a:ext uri="{FF2B5EF4-FFF2-40B4-BE49-F238E27FC236}">
                <a16:creationId xmlns:a16="http://schemas.microsoft.com/office/drawing/2014/main" id="{2506D12F-827F-4104-A264-33CC441FBCEA}"/>
              </a:ext>
            </a:extLst>
          </p:cNvPr>
          <p:cNvCxnSpPr/>
          <p:nvPr/>
        </p:nvCxnSpPr>
        <p:spPr>
          <a:xfrm>
            <a:off x="4791075" y="2401888"/>
            <a:ext cx="141446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B59139-819E-49ED-AF4D-589C3264516F}"/>
              </a:ext>
            </a:extLst>
          </p:cNvPr>
          <p:cNvCxnSpPr>
            <a:cxnSpLocks/>
          </p:cNvCxnSpPr>
          <p:nvPr/>
        </p:nvCxnSpPr>
        <p:spPr>
          <a:xfrm>
            <a:off x="6686550" y="2790530"/>
            <a:ext cx="12573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183C54B-93E3-40C0-9AF0-A29A00238794}"/>
              </a:ext>
            </a:extLst>
          </p:cNvPr>
          <p:cNvCxnSpPr>
            <a:cxnSpLocks/>
          </p:cNvCxnSpPr>
          <p:nvPr/>
        </p:nvCxnSpPr>
        <p:spPr>
          <a:xfrm>
            <a:off x="7086600" y="3200899"/>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99598B-7485-4FF2-8D7C-03310999EEF7}"/>
              </a:ext>
            </a:extLst>
          </p:cNvPr>
          <p:cNvCxnSpPr>
            <a:cxnSpLocks/>
          </p:cNvCxnSpPr>
          <p:nvPr/>
        </p:nvCxnSpPr>
        <p:spPr>
          <a:xfrm>
            <a:off x="8315325" y="3211218"/>
            <a:ext cx="5715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C0BB1B-AEB6-4505-B24B-28046B4F4300}"/>
              </a:ext>
            </a:extLst>
          </p:cNvPr>
          <p:cNvCxnSpPr>
            <a:cxnSpLocks/>
          </p:cNvCxnSpPr>
          <p:nvPr/>
        </p:nvCxnSpPr>
        <p:spPr>
          <a:xfrm>
            <a:off x="6848475" y="349696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B1C8272-54B4-48D5-B9DA-93C12AB8ECC1}"/>
              </a:ext>
            </a:extLst>
          </p:cNvPr>
          <p:cNvCxnSpPr>
            <a:cxnSpLocks/>
          </p:cNvCxnSpPr>
          <p:nvPr/>
        </p:nvCxnSpPr>
        <p:spPr>
          <a:xfrm>
            <a:off x="5772150" y="350727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D0BFF0-875B-4EF2-889C-F2DFA7516343}"/>
              </a:ext>
            </a:extLst>
          </p:cNvPr>
          <p:cNvCxnSpPr>
            <a:cxnSpLocks/>
          </p:cNvCxnSpPr>
          <p:nvPr/>
        </p:nvCxnSpPr>
        <p:spPr>
          <a:xfrm>
            <a:off x="5067300" y="3499046"/>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51EE53-9405-4C6E-9706-688897B4445E}"/>
              </a:ext>
            </a:extLst>
          </p:cNvPr>
          <p:cNvCxnSpPr>
            <a:cxnSpLocks/>
          </p:cNvCxnSpPr>
          <p:nvPr/>
        </p:nvCxnSpPr>
        <p:spPr>
          <a:xfrm>
            <a:off x="6205537" y="2401888"/>
            <a:ext cx="995363"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C982EFF-3FD8-418D-B035-221A39DBEB2F}"/>
              </a:ext>
            </a:extLst>
          </p:cNvPr>
          <p:cNvCxnSpPr>
            <a:cxnSpLocks/>
          </p:cNvCxnSpPr>
          <p:nvPr/>
        </p:nvCxnSpPr>
        <p:spPr>
          <a:xfrm>
            <a:off x="5486400" y="3173617"/>
            <a:ext cx="85725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76436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14475" y="-1206375"/>
            <a:ext cx="9144000" cy="2387600"/>
          </a:xfrm>
        </p:spPr>
        <p:txBody>
          <a:bodyPr>
            <a:normAutofit/>
          </a:bodyPr>
          <a:lstStyle/>
          <a:p>
            <a:r>
              <a:rPr lang="en-US" dirty="0"/>
              <a:t>Look for the answer…</a:t>
            </a:r>
            <a:endParaRPr lang="en-US" sz="6000" dirty="0"/>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sp>
        <p:nvSpPr>
          <p:cNvPr id="8" name="Subtitle 7">
            <a:extLst>
              <a:ext uri="{FF2B5EF4-FFF2-40B4-BE49-F238E27FC236}">
                <a16:creationId xmlns:a16="http://schemas.microsoft.com/office/drawing/2014/main" id="{AB59C27A-68D4-418B-9A5A-7B0A395F229D}"/>
              </a:ext>
            </a:extLst>
          </p:cNvPr>
          <p:cNvSpPr>
            <a:spLocks noGrp="1"/>
          </p:cNvSpPr>
          <p:nvPr>
            <p:ph type="subTitle" idx="1"/>
          </p:nvPr>
        </p:nvSpPr>
        <p:spPr/>
        <p:txBody>
          <a:bodyPr/>
          <a:lstStyle/>
          <a:p>
            <a:endParaRPr lang="en-US"/>
          </a:p>
        </p:txBody>
      </p:sp>
      <p:pic>
        <p:nvPicPr>
          <p:cNvPr id="12" name="Picture 11">
            <a:extLst>
              <a:ext uri="{FF2B5EF4-FFF2-40B4-BE49-F238E27FC236}">
                <a16:creationId xmlns:a16="http://schemas.microsoft.com/office/drawing/2014/main" id="{26ADA628-E6F4-4472-9A61-7668D783CFE4}"/>
              </a:ext>
            </a:extLst>
          </p:cNvPr>
          <p:cNvPicPr>
            <a:picLocks noChangeAspect="1"/>
          </p:cNvPicPr>
          <p:nvPr/>
        </p:nvPicPr>
        <p:blipFill>
          <a:blip r:embed="rId2"/>
          <a:stretch>
            <a:fillRect/>
          </a:stretch>
        </p:blipFill>
        <p:spPr>
          <a:xfrm>
            <a:off x="1233885" y="1085975"/>
            <a:ext cx="9724230" cy="5270696"/>
          </a:xfrm>
          <a:prstGeom prst="rect">
            <a:avLst/>
          </a:prstGeom>
        </p:spPr>
      </p:pic>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18519475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14475" y="-1206375"/>
            <a:ext cx="9144000" cy="2387600"/>
          </a:xfrm>
        </p:spPr>
        <p:txBody>
          <a:bodyPr>
            <a:normAutofit/>
          </a:bodyPr>
          <a:lstStyle/>
          <a:p>
            <a:r>
              <a:rPr lang="en-US" dirty="0"/>
              <a:t>There it is….</a:t>
            </a:r>
            <a:endParaRPr lang="en-US" sz="6000" dirty="0"/>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sp>
        <p:nvSpPr>
          <p:cNvPr id="8" name="Subtitle 7">
            <a:extLst>
              <a:ext uri="{FF2B5EF4-FFF2-40B4-BE49-F238E27FC236}">
                <a16:creationId xmlns:a16="http://schemas.microsoft.com/office/drawing/2014/main" id="{AB59C27A-68D4-418B-9A5A-7B0A395F229D}"/>
              </a:ext>
            </a:extLst>
          </p:cNvPr>
          <p:cNvSpPr>
            <a:spLocks noGrp="1"/>
          </p:cNvSpPr>
          <p:nvPr>
            <p:ph type="subTitle" idx="1"/>
          </p:nvPr>
        </p:nvSpPr>
        <p:spPr/>
        <p:txBody>
          <a:bodyPr/>
          <a:lstStyle/>
          <a:p>
            <a:endParaRPr lang="en-US"/>
          </a:p>
        </p:txBody>
      </p:sp>
      <p:pic>
        <p:nvPicPr>
          <p:cNvPr id="12" name="Picture 11">
            <a:extLst>
              <a:ext uri="{FF2B5EF4-FFF2-40B4-BE49-F238E27FC236}">
                <a16:creationId xmlns:a16="http://schemas.microsoft.com/office/drawing/2014/main" id="{26ADA628-E6F4-4472-9A61-7668D783CFE4}"/>
              </a:ext>
            </a:extLst>
          </p:cNvPr>
          <p:cNvPicPr>
            <a:picLocks noChangeAspect="1"/>
          </p:cNvPicPr>
          <p:nvPr/>
        </p:nvPicPr>
        <p:blipFill>
          <a:blip r:embed="rId2"/>
          <a:stretch>
            <a:fillRect/>
          </a:stretch>
        </p:blipFill>
        <p:spPr>
          <a:xfrm>
            <a:off x="1233885" y="1085975"/>
            <a:ext cx="9724230" cy="5270696"/>
          </a:xfrm>
          <a:prstGeom prst="rect">
            <a:avLst/>
          </a:prstGeom>
        </p:spPr>
      </p:pic>
      <p:cxnSp>
        <p:nvCxnSpPr>
          <p:cNvPr id="4" name="Straight Connector 3">
            <a:extLst>
              <a:ext uri="{FF2B5EF4-FFF2-40B4-BE49-F238E27FC236}">
                <a16:creationId xmlns:a16="http://schemas.microsoft.com/office/drawing/2014/main" id="{9CF47422-A984-4629-8B20-FF5B477ECDFE}"/>
              </a:ext>
            </a:extLst>
          </p:cNvPr>
          <p:cNvCxnSpPr>
            <a:cxnSpLocks/>
          </p:cNvCxnSpPr>
          <p:nvPr/>
        </p:nvCxnSpPr>
        <p:spPr>
          <a:xfrm>
            <a:off x="7943850" y="4810125"/>
            <a:ext cx="962025"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296A1E-A6AD-471A-9B12-4B94760C3207}"/>
              </a:ext>
            </a:extLst>
          </p:cNvPr>
          <p:cNvCxnSpPr>
            <a:cxnSpLocks/>
          </p:cNvCxnSpPr>
          <p:nvPr/>
        </p:nvCxnSpPr>
        <p:spPr>
          <a:xfrm>
            <a:off x="4381500" y="4810125"/>
            <a:ext cx="4572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087CE9B-9A34-495F-926F-50D3353B69D3}"/>
              </a:ext>
            </a:extLst>
          </p:cNvPr>
          <p:cNvCxnSpPr>
            <a:cxnSpLocks/>
          </p:cNvCxnSpPr>
          <p:nvPr/>
        </p:nvCxnSpPr>
        <p:spPr>
          <a:xfrm>
            <a:off x="2266950" y="4495800"/>
            <a:ext cx="1114425"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38486705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24000" y="-292884"/>
            <a:ext cx="9144000" cy="2387600"/>
          </a:xfrm>
        </p:spPr>
        <p:txBody>
          <a:bodyPr>
            <a:normAutofit/>
          </a:bodyPr>
          <a:lstStyle/>
          <a:p>
            <a:r>
              <a:rPr lang="en-US" sz="6000" dirty="0"/>
              <a:t>Let’s try question 4…</a:t>
            </a:r>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
        <p:nvSpPr>
          <p:cNvPr id="4" name="Subtitle 3">
            <a:extLst>
              <a:ext uri="{FF2B5EF4-FFF2-40B4-BE49-F238E27FC236}">
                <a16:creationId xmlns:a16="http://schemas.microsoft.com/office/drawing/2014/main" id="{9504EC8C-53CF-40F0-B306-8C0088BFADAE}"/>
              </a:ext>
            </a:extLst>
          </p:cNvPr>
          <p:cNvSpPr>
            <a:spLocks noGrp="1"/>
          </p:cNvSpPr>
          <p:nvPr>
            <p:ph type="subTitle" idx="1"/>
          </p:nvPr>
        </p:nvSpPr>
        <p:spPr>
          <a:xfrm>
            <a:off x="1524000" y="3602037"/>
            <a:ext cx="9144000" cy="3074987"/>
          </a:xfrm>
        </p:spPr>
        <p:txBody>
          <a:bodyPr>
            <a:normAutofit/>
          </a:bodyPr>
          <a:lstStyle/>
          <a:p>
            <a:r>
              <a:rPr lang="en-US" b="1" dirty="0"/>
              <a:t>Compared to – </a:t>
            </a:r>
            <a:r>
              <a:rPr lang="en-US" dirty="0"/>
              <a:t>like, similar to, looks like</a:t>
            </a:r>
            <a:endParaRPr lang="en-US" b="1" dirty="0"/>
          </a:p>
          <a:p>
            <a:r>
              <a:rPr lang="en-US" b="1" dirty="0"/>
              <a:t>Below a hundred </a:t>
            </a:r>
            <a:r>
              <a:rPr lang="en-US" dirty="0"/>
              <a:t>– Under, Less than, Lower than, Fewer than 100 </a:t>
            </a:r>
          </a:p>
          <a:p>
            <a:r>
              <a:rPr lang="en-US" b="1" dirty="0"/>
              <a:t>Illegally</a:t>
            </a:r>
            <a:r>
              <a:rPr lang="en-US" dirty="0"/>
              <a:t> – Criminally, Against the law, Extrajudicially, </a:t>
            </a:r>
          </a:p>
          <a:p>
            <a:r>
              <a:rPr lang="en-US" b="1" dirty="0"/>
              <a:t>Criminals</a:t>
            </a:r>
            <a:r>
              <a:rPr lang="en-US" dirty="0"/>
              <a:t> – Crime, poachers, illegal enterprise, </a:t>
            </a:r>
          </a:p>
          <a:p>
            <a:r>
              <a:rPr lang="en-US" b="1" dirty="0"/>
              <a:t>Improved</a:t>
            </a:r>
            <a:r>
              <a:rPr lang="en-US" dirty="0"/>
              <a:t> – Helped, gotten better, expanded, grown</a:t>
            </a:r>
          </a:p>
          <a:p>
            <a:r>
              <a:rPr lang="en-US" b="1" dirty="0"/>
              <a:t>Success</a:t>
            </a:r>
            <a:r>
              <a:rPr lang="en-US" dirty="0"/>
              <a:t> – Accomplish, attain, grown, expand, succeed</a:t>
            </a:r>
          </a:p>
        </p:txBody>
      </p:sp>
      <p:pic>
        <p:nvPicPr>
          <p:cNvPr id="9" name="Picture 8">
            <a:extLst>
              <a:ext uri="{FF2B5EF4-FFF2-40B4-BE49-F238E27FC236}">
                <a16:creationId xmlns:a16="http://schemas.microsoft.com/office/drawing/2014/main" id="{5916BCAE-0D39-4431-8EA2-5FF5D6663D7D}"/>
              </a:ext>
            </a:extLst>
          </p:cNvPr>
          <p:cNvPicPr>
            <a:picLocks noChangeAspect="1"/>
          </p:cNvPicPr>
          <p:nvPr/>
        </p:nvPicPr>
        <p:blipFill rotWithShape="1">
          <a:blip r:embed="rId3"/>
          <a:srcRect l="9323" t="50714" r="26594" b="10454"/>
          <a:stretch/>
        </p:blipFill>
        <p:spPr>
          <a:xfrm>
            <a:off x="3448050" y="2052850"/>
            <a:ext cx="5514975" cy="1510285"/>
          </a:xfrm>
          <a:prstGeom prst="rect">
            <a:avLst/>
          </a:prstGeom>
        </p:spPr>
      </p:pic>
      <p:cxnSp>
        <p:nvCxnSpPr>
          <p:cNvPr id="5" name="Straight Connector 4">
            <a:extLst>
              <a:ext uri="{FF2B5EF4-FFF2-40B4-BE49-F238E27FC236}">
                <a16:creationId xmlns:a16="http://schemas.microsoft.com/office/drawing/2014/main" id="{2506D12F-827F-4104-A264-33CC441FBCEA}"/>
              </a:ext>
            </a:extLst>
          </p:cNvPr>
          <p:cNvCxnSpPr/>
          <p:nvPr/>
        </p:nvCxnSpPr>
        <p:spPr>
          <a:xfrm>
            <a:off x="4791075" y="2401888"/>
            <a:ext cx="141446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B59139-819E-49ED-AF4D-589C3264516F}"/>
              </a:ext>
            </a:extLst>
          </p:cNvPr>
          <p:cNvCxnSpPr>
            <a:cxnSpLocks/>
          </p:cNvCxnSpPr>
          <p:nvPr/>
        </p:nvCxnSpPr>
        <p:spPr>
          <a:xfrm>
            <a:off x="6686550" y="2790530"/>
            <a:ext cx="12573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183C54B-93E3-40C0-9AF0-A29A00238794}"/>
              </a:ext>
            </a:extLst>
          </p:cNvPr>
          <p:cNvCxnSpPr>
            <a:cxnSpLocks/>
          </p:cNvCxnSpPr>
          <p:nvPr/>
        </p:nvCxnSpPr>
        <p:spPr>
          <a:xfrm>
            <a:off x="7086600" y="3200899"/>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99598B-7485-4FF2-8D7C-03310999EEF7}"/>
              </a:ext>
            </a:extLst>
          </p:cNvPr>
          <p:cNvCxnSpPr>
            <a:cxnSpLocks/>
          </p:cNvCxnSpPr>
          <p:nvPr/>
        </p:nvCxnSpPr>
        <p:spPr>
          <a:xfrm>
            <a:off x="8315325" y="3211218"/>
            <a:ext cx="5715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C0BB1B-AEB6-4505-B24B-28046B4F4300}"/>
              </a:ext>
            </a:extLst>
          </p:cNvPr>
          <p:cNvCxnSpPr>
            <a:cxnSpLocks/>
          </p:cNvCxnSpPr>
          <p:nvPr/>
        </p:nvCxnSpPr>
        <p:spPr>
          <a:xfrm>
            <a:off x="6848475" y="349696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B1C8272-54B4-48D5-B9DA-93C12AB8ECC1}"/>
              </a:ext>
            </a:extLst>
          </p:cNvPr>
          <p:cNvCxnSpPr>
            <a:cxnSpLocks/>
          </p:cNvCxnSpPr>
          <p:nvPr/>
        </p:nvCxnSpPr>
        <p:spPr>
          <a:xfrm>
            <a:off x="5772150" y="3507278"/>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DD0BFF0-875B-4EF2-889C-F2DFA7516343}"/>
              </a:ext>
            </a:extLst>
          </p:cNvPr>
          <p:cNvCxnSpPr>
            <a:cxnSpLocks/>
          </p:cNvCxnSpPr>
          <p:nvPr/>
        </p:nvCxnSpPr>
        <p:spPr>
          <a:xfrm>
            <a:off x="5067300" y="3499046"/>
            <a:ext cx="571500"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51EE53-9405-4C6E-9706-688897B4445E}"/>
              </a:ext>
            </a:extLst>
          </p:cNvPr>
          <p:cNvCxnSpPr>
            <a:cxnSpLocks/>
          </p:cNvCxnSpPr>
          <p:nvPr/>
        </p:nvCxnSpPr>
        <p:spPr>
          <a:xfrm>
            <a:off x="6205537" y="2401888"/>
            <a:ext cx="995363"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B1CFE09-1AC6-4FAD-8CEF-95B91FACA9F1}"/>
              </a:ext>
            </a:extLst>
          </p:cNvPr>
          <p:cNvCxnSpPr>
            <a:cxnSpLocks/>
          </p:cNvCxnSpPr>
          <p:nvPr/>
        </p:nvCxnSpPr>
        <p:spPr>
          <a:xfrm>
            <a:off x="5486400" y="3173617"/>
            <a:ext cx="85725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64925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14475" y="-1206375"/>
            <a:ext cx="9144000" cy="2387600"/>
          </a:xfrm>
        </p:spPr>
        <p:txBody>
          <a:bodyPr>
            <a:normAutofit/>
          </a:bodyPr>
          <a:lstStyle/>
          <a:p>
            <a:r>
              <a:rPr lang="en-US" dirty="0"/>
              <a:t>Look for the answer…</a:t>
            </a:r>
            <a:endParaRPr lang="en-US" sz="6000" dirty="0"/>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sp>
        <p:nvSpPr>
          <p:cNvPr id="8" name="Subtitle 7">
            <a:extLst>
              <a:ext uri="{FF2B5EF4-FFF2-40B4-BE49-F238E27FC236}">
                <a16:creationId xmlns:a16="http://schemas.microsoft.com/office/drawing/2014/main" id="{AB59C27A-68D4-418B-9A5A-7B0A395F229D}"/>
              </a:ext>
            </a:extLst>
          </p:cNvPr>
          <p:cNvSpPr>
            <a:spLocks noGrp="1"/>
          </p:cNvSpPr>
          <p:nvPr>
            <p:ph type="subTitle" idx="1"/>
          </p:nvPr>
        </p:nvSpPr>
        <p:spPr/>
        <p:txBody>
          <a:bodyPr/>
          <a:lstStyle/>
          <a:p>
            <a:endParaRPr lang="en-US"/>
          </a:p>
        </p:txBody>
      </p:sp>
      <p:pic>
        <p:nvPicPr>
          <p:cNvPr id="12" name="Picture 11">
            <a:extLst>
              <a:ext uri="{FF2B5EF4-FFF2-40B4-BE49-F238E27FC236}">
                <a16:creationId xmlns:a16="http://schemas.microsoft.com/office/drawing/2014/main" id="{26ADA628-E6F4-4472-9A61-7668D783CFE4}"/>
              </a:ext>
            </a:extLst>
          </p:cNvPr>
          <p:cNvPicPr>
            <a:picLocks noChangeAspect="1"/>
          </p:cNvPicPr>
          <p:nvPr/>
        </p:nvPicPr>
        <p:blipFill>
          <a:blip r:embed="rId2"/>
          <a:stretch>
            <a:fillRect/>
          </a:stretch>
        </p:blipFill>
        <p:spPr>
          <a:xfrm>
            <a:off x="1233885" y="1085975"/>
            <a:ext cx="9724230" cy="5270696"/>
          </a:xfrm>
          <a:prstGeom prst="rect">
            <a:avLst/>
          </a:prstGeom>
        </p:spPr>
      </p:pic>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20282287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D3BF-3D04-4E9B-B754-3E8233A44980}"/>
              </a:ext>
            </a:extLst>
          </p:cNvPr>
          <p:cNvSpPr>
            <a:spLocks noGrp="1"/>
          </p:cNvSpPr>
          <p:nvPr>
            <p:ph type="ctrTitle"/>
          </p:nvPr>
        </p:nvSpPr>
        <p:spPr>
          <a:xfrm>
            <a:off x="1514475" y="-1206375"/>
            <a:ext cx="9144000" cy="2387600"/>
          </a:xfrm>
        </p:spPr>
        <p:txBody>
          <a:bodyPr>
            <a:normAutofit/>
          </a:bodyPr>
          <a:lstStyle/>
          <a:p>
            <a:r>
              <a:rPr lang="en-US" dirty="0"/>
              <a:t>There it is….</a:t>
            </a:r>
            <a:endParaRPr lang="en-US" sz="6000" dirty="0"/>
          </a:p>
        </p:txBody>
      </p:sp>
      <p:sp>
        <p:nvSpPr>
          <p:cNvPr id="6" name="TextBox 5">
            <a:extLst>
              <a:ext uri="{FF2B5EF4-FFF2-40B4-BE49-F238E27FC236}">
                <a16:creationId xmlns:a16="http://schemas.microsoft.com/office/drawing/2014/main" id="{B50E3CAA-1CF0-4E3C-B8CF-FDAEB88656BC}"/>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sp>
        <p:nvSpPr>
          <p:cNvPr id="8" name="Subtitle 7">
            <a:extLst>
              <a:ext uri="{FF2B5EF4-FFF2-40B4-BE49-F238E27FC236}">
                <a16:creationId xmlns:a16="http://schemas.microsoft.com/office/drawing/2014/main" id="{AB59C27A-68D4-418B-9A5A-7B0A395F229D}"/>
              </a:ext>
            </a:extLst>
          </p:cNvPr>
          <p:cNvSpPr>
            <a:spLocks noGrp="1"/>
          </p:cNvSpPr>
          <p:nvPr>
            <p:ph type="subTitle" idx="1"/>
          </p:nvPr>
        </p:nvSpPr>
        <p:spPr/>
        <p:txBody>
          <a:bodyPr/>
          <a:lstStyle/>
          <a:p>
            <a:endParaRPr lang="en-US"/>
          </a:p>
        </p:txBody>
      </p:sp>
      <p:pic>
        <p:nvPicPr>
          <p:cNvPr id="12" name="Picture 11">
            <a:extLst>
              <a:ext uri="{FF2B5EF4-FFF2-40B4-BE49-F238E27FC236}">
                <a16:creationId xmlns:a16="http://schemas.microsoft.com/office/drawing/2014/main" id="{26ADA628-E6F4-4472-9A61-7668D783CFE4}"/>
              </a:ext>
            </a:extLst>
          </p:cNvPr>
          <p:cNvPicPr>
            <a:picLocks noChangeAspect="1"/>
          </p:cNvPicPr>
          <p:nvPr/>
        </p:nvPicPr>
        <p:blipFill>
          <a:blip r:embed="rId2"/>
          <a:stretch>
            <a:fillRect/>
          </a:stretch>
        </p:blipFill>
        <p:spPr>
          <a:xfrm>
            <a:off x="1233885" y="1085975"/>
            <a:ext cx="9724230" cy="5270696"/>
          </a:xfrm>
          <a:prstGeom prst="rect">
            <a:avLst/>
          </a:prstGeom>
        </p:spPr>
      </p:pic>
      <p:cxnSp>
        <p:nvCxnSpPr>
          <p:cNvPr id="4" name="Straight Connector 3">
            <a:extLst>
              <a:ext uri="{FF2B5EF4-FFF2-40B4-BE49-F238E27FC236}">
                <a16:creationId xmlns:a16="http://schemas.microsoft.com/office/drawing/2014/main" id="{9CF47422-A984-4629-8B20-FF5B477ECDFE}"/>
              </a:ext>
            </a:extLst>
          </p:cNvPr>
          <p:cNvCxnSpPr>
            <a:cxnSpLocks/>
          </p:cNvCxnSpPr>
          <p:nvPr/>
        </p:nvCxnSpPr>
        <p:spPr>
          <a:xfrm>
            <a:off x="1533525" y="5838825"/>
            <a:ext cx="1495425"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296A1E-A6AD-471A-9B12-4B94760C3207}"/>
              </a:ext>
            </a:extLst>
          </p:cNvPr>
          <p:cNvCxnSpPr>
            <a:cxnSpLocks/>
          </p:cNvCxnSpPr>
          <p:nvPr/>
        </p:nvCxnSpPr>
        <p:spPr>
          <a:xfrm>
            <a:off x="9277350" y="5572125"/>
            <a:ext cx="1133475"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21685DC-994D-41A6-B55B-A5E26DE0A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cxnSp>
        <p:nvCxnSpPr>
          <p:cNvPr id="10" name="Straight Connector 9">
            <a:extLst>
              <a:ext uri="{FF2B5EF4-FFF2-40B4-BE49-F238E27FC236}">
                <a16:creationId xmlns:a16="http://schemas.microsoft.com/office/drawing/2014/main" id="{5E07FDBF-148B-4EE6-B81E-20E17206FBC5}"/>
              </a:ext>
            </a:extLst>
          </p:cNvPr>
          <p:cNvCxnSpPr>
            <a:cxnSpLocks/>
          </p:cNvCxnSpPr>
          <p:nvPr/>
        </p:nvCxnSpPr>
        <p:spPr>
          <a:xfrm>
            <a:off x="7345914" y="5562794"/>
            <a:ext cx="113347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05785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1E230-FA91-4099-96C4-65FBA4A3803C}"/>
              </a:ext>
            </a:extLst>
          </p:cNvPr>
          <p:cNvSpPr>
            <a:spLocks noGrp="1"/>
          </p:cNvSpPr>
          <p:nvPr>
            <p:ph type="title"/>
          </p:nvPr>
        </p:nvSpPr>
        <p:spPr/>
        <p:txBody>
          <a:bodyPr/>
          <a:lstStyle/>
          <a:p>
            <a:pPr algn="ctr"/>
            <a:r>
              <a:rPr lang="en-US" b="1" dirty="0"/>
              <a:t>Any questions? </a:t>
            </a:r>
          </a:p>
        </p:txBody>
      </p:sp>
      <p:pic>
        <p:nvPicPr>
          <p:cNvPr id="5" name="Content Placeholder 4">
            <a:extLst>
              <a:ext uri="{FF2B5EF4-FFF2-40B4-BE49-F238E27FC236}">
                <a16:creationId xmlns:a16="http://schemas.microsoft.com/office/drawing/2014/main" id="{71AAAEC0-5022-4DEF-8F5D-0039783D80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90599" y="1825625"/>
            <a:ext cx="2610802" cy="4351338"/>
          </a:xfrm>
        </p:spPr>
      </p:pic>
      <p:sp>
        <p:nvSpPr>
          <p:cNvPr id="6" name="TextBox 5">
            <a:extLst>
              <a:ext uri="{FF2B5EF4-FFF2-40B4-BE49-F238E27FC236}">
                <a16:creationId xmlns:a16="http://schemas.microsoft.com/office/drawing/2014/main" id="{A8E2B60A-DD84-4B9A-BB78-B5D0E8C2297A}"/>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D5995102-98DC-4D06-AC3D-D57689DE31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23337709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1E230-FA91-4099-96C4-65FBA4A3803C}"/>
              </a:ext>
            </a:extLst>
          </p:cNvPr>
          <p:cNvSpPr>
            <a:spLocks noGrp="1"/>
          </p:cNvSpPr>
          <p:nvPr>
            <p:ph type="title"/>
          </p:nvPr>
        </p:nvSpPr>
        <p:spPr/>
        <p:txBody>
          <a:bodyPr/>
          <a:lstStyle/>
          <a:p>
            <a:pPr algn="ctr"/>
            <a:r>
              <a:rPr lang="en-US" b="1" dirty="0"/>
              <a:t>We hope you enjoyed this free lesson.</a:t>
            </a:r>
          </a:p>
        </p:txBody>
      </p:sp>
      <p:sp>
        <p:nvSpPr>
          <p:cNvPr id="4" name="Content Placeholder 3">
            <a:extLst>
              <a:ext uri="{FF2B5EF4-FFF2-40B4-BE49-F238E27FC236}">
                <a16:creationId xmlns:a16="http://schemas.microsoft.com/office/drawing/2014/main" id="{693F2001-4F25-4483-A7B1-EB0E95111E96}"/>
              </a:ext>
            </a:extLst>
          </p:cNvPr>
          <p:cNvSpPr>
            <a:spLocks noGrp="1"/>
          </p:cNvSpPr>
          <p:nvPr>
            <p:ph idx="1"/>
          </p:nvPr>
        </p:nvSpPr>
        <p:spPr>
          <a:xfrm>
            <a:off x="85725" y="1825625"/>
            <a:ext cx="12106275" cy="4832350"/>
          </a:xfrm>
        </p:spPr>
        <p:txBody>
          <a:bodyPr>
            <a:normAutofit/>
          </a:bodyPr>
          <a:lstStyle/>
          <a:p>
            <a:r>
              <a:rPr lang="en-US" dirty="0"/>
              <a:t>If you’ve enjoyed this lesson and would like to improve your reading skills…</a:t>
            </a:r>
            <a:br>
              <a:rPr lang="en-US" dirty="0"/>
            </a:br>
            <a:endParaRPr lang="en-US" dirty="0"/>
          </a:p>
          <a:p>
            <a:r>
              <a:rPr lang="en-US" dirty="0"/>
              <a:t>Sign up for the </a:t>
            </a:r>
            <a:r>
              <a:rPr lang="en-US" b="1" i="1" dirty="0" err="1"/>
              <a:t>Stax</a:t>
            </a:r>
            <a:r>
              <a:rPr lang="en-US" b="1" i="1" dirty="0"/>
              <a:t> English</a:t>
            </a:r>
            <a:r>
              <a:rPr lang="en-US" b="1" dirty="0"/>
              <a:t> $1 IELTS</a:t>
            </a:r>
            <a:r>
              <a:rPr lang="en-US" dirty="0"/>
              <a:t> Reading &amp; Listening online course here: </a:t>
            </a:r>
            <a:r>
              <a:rPr lang="en-US" dirty="0">
                <a:solidFill>
                  <a:srgbClr val="00B0F0"/>
                </a:solidFill>
                <a:hlinkClick r:id="rId2">
                  <a:extLst>
                    <a:ext uri="{A12FA001-AC4F-418D-AE19-62706E023703}">
                      <ahyp:hlinkClr xmlns:ahyp="http://schemas.microsoft.com/office/drawing/2018/hyperlinkcolor" val="tx"/>
                    </a:ext>
                  </a:extLst>
                </a:hlinkClick>
              </a:rPr>
              <a:t>https://bit.ly/3p2W44z</a:t>
            </a:r>
            <a:r>
              <a:rPr lang="en-US" dirty="0">
                <a:solidFill>
                  <a:srgbClr val="00B0F0"/>
                </a:solidFill>
              </a:rPr>
              <a:t> </a:t>
            </a:r>
            <a:br>
              <a:rPr lang="en-US" b="1" dirty="0">
                <a:solidFill>
                  <a:srgbClr val="00B0F0"/>
                </a:solidFill>
              </a:rPr>
            </a:br>
            <a:endParaRPr lang="en-US" dirty="0">
              <a:solidFill>
                <a:srgbClr val="00B0F0"/>
              </a:solidFill>
            </a:endParaRPr>
          </a:p>
          <a:p>
            <a:r>
              <a:rPr lang="en-US" dirty="0"/>
              <a:t>Like us on Facebook here: </a:t>
            </a:r>
            <a:br>
              <a:rPr lang="en-US" dirty="0"/>
            </a:br>
            <a:r>
              <a:rPr lang="en-US" b="1" dirty="0">
                <a:solidFill>
                  <a:srgbClr val="00B0F0"/>
                </a:solidFill>
                <a:hlinkClick r:id="rId3">
                  <a:extLst>
                    <a:ext uri="{A12FA001-AC4F-418D-AE19-62706E023703}">
                      <ahyp:hlinkClr xmlns:ahyp="http://schemas.microsoft.com/office/drawing/2018/hyperlinkcolor" val="tx"/>
                    </a:ext>
                  </a:extLst>
                </a:hlinkClick>
              </a:rPr>
              <a:t>https://www.facebook.com/staxenglish</a:t>
            </a:r>
            <a:r>
              <a:rPr lang="en-US" b="1" dirty="0">
                <a:solidFill>
                  <a:srgbClr val="00B0F0"/>
                </a:solidFill>
              </a:rPr>
              <a:t> </a:t>
            </a:r>
          </a:p>
          <a:p>
            <a:pPr marL="0" indent="0">
              <a:buNone/>
            </a:pPr>
            <a:endParaRPr lang="en-US" dirty="0">
              <a:solidFill>
                <a:srgbClr val="00B0F0"/>
              </a:solidFill>
            </a:endParaRPr>
          </a:p>
          <a:p>
            <a:r>
              <a:rPr lang="en-US" dirty="0"/>
              <a:t>Download our English Games app for Android at: </a:t>
            </a:r>
            <a:br>
              <a:rPr lang="en-US" dirty="0"/>
            </a:br>
            <a:r>
              <a:rPr lang="en-US" b="1" dirty="0">
                <a:solidFill>
                  <a:srgbClr val="00B0F0"/>
                </a:solidFill>
                <a:hlinkClick r:id="rId4">
                  <a:extLst>
                    <a:ext uri="{A12FA001-AC4F-418D-AE19-62706E023703}">
                      <ahyp:hlinkClr xmlns:ahyp="http://schemas.microsoft.com/office/drawing/2018/hyperlinkcolor" val="tx"/>
                    </a:ext>
                  </a:extLst>
                </a:hlinkClick>
              </a:rPr>
              <a:t>https://shorturl.at/ioCQ9</a:t>
            </a:r>
            <a:r>
              <a:rPr lang="en-US" b="1" dirty="0">
                <a:solidFill>
                  <a:srgbClr val="00B0F0"/>
                </a:solidFill>
              </a:rPr>
              <a:t>  </a:t>
            </a:r>
          </a:p>
          <a:p>
            <a:endParaRPr lang="en-US" dirty="0"/>
          </a:p>
        </p:txBody>
      </p:sp>
      <p:sp>
        <p:nvSpPr>
          <p:cNvPr id="6" name="TextBox 5">
            <a:extLst>
              <a:ext uri="{FF2B5EF4-FFF2-40B4-BE49-F238E27FC236}">
                <a16:creationId xmlns:a16="http://schemas.microsoft.com/office/drawing/2014/main" id="{A4834CD5-3EC5-4154-84D1-C6ABD0CA0E2D}"/>
              </a:ext>
            </a:extLst>
          </p:cNvPr>
          <p:cNvSpPr txBox="1"/>
          <p:nvPr/>
        </p:nvSpPr>
        <p:spPr>
          <a:xfrm>
            <a:off x="0" y="0"/>
            <a:ext cx="4688591" cy="369332"/>
          </a:xfrm>
          <a:prstGeom prst="rect">
            <a:avLst/>
          </a:prstGeom>
          <a:noFill/>
        </p:spPr>
        <p:txBody>
          <a:bodyPr wrap="none" rtlCol="0">
            <a:spAutoFit/>
          </a:bodyPr>
          <a:lstStyle/>
          <a:p>
            <a:r>
              <a:rPr lang="en-US" dirty="0"/>
              <a:t>Learn IELTS for just $1 at </a:t>
            </a:r>
            <a:r>
              <a:rPr lang="en-US" dirty="0">
                <a:solidFill>
                  <a:srgbClr val="00B0F0"/>
                </a:solidFill>
              </a:rPr>
              <a:t>https://bit.ly/3p2W44z</a:t>
            </a:r>
          </a:p>
        </p:txBody>
      </p:sp>
      <p:pic>
        <p:nvPicPr>
          <p:cNvPr id="7" name="Picture 6">
            <a:extLst>
              <a:ext uri="{FF2B5EF4-FFF2-40B4-BE49-F238E27FC236}">
                <a16:creationId xmlns:a16="http://schemas.microsoft.com/office/drawing/2014/main" id="{D84CA95D-2C33-464F-A9CF-49862FFE49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00261" y="-292884"/>
            <a:ext cx="2067939" cy="2067939"/>
          </a:xfrm>
          <a:prstGeom prst="rect">
            <a:avLst/>
          </a:prstGeom>
        </p:spPr>
      </p:pic>
    </p:spTree>
    <p:extLst>
      <p:ext uri="{BB962C8B-B14F-4D97-AF65-F5344CB8AC3E}">
        <p14:creationId xmlns:p14="http://schemas.microsoft.com/office/powerpoint/2010/main" val="20967394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301</TotalTime>
  <Words>2582</Words>
  <Application>Microsoft Office PowerPoint</Application>
  <PresentationFormat>Widescreen</PresentationFormat>
  <Paragraphs>245</Paragraphs>
  <Slides>54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Arial</vt:lpstr>
      <vt:lpstr>Calibri</vt:lpstr>
      <vt:lpstr>Calibri Light</vt:lpstr>
      <vt:lpstr>Office Theme</vt:lpstr>
      <vt:lpstr>PowerPoint Presentation</vt:lpstr>
      <vt:lpstr>Before we begin…</vt:lpstr>
      <vt:lpstr>PowerPoint Presentation</vt:lpstr>
      <vt:lpstr>Skills required:  </vt:lpstr>
      <vt:lpstr>Prediction</vt:lpstr>
      <vt:lpstr>Prediction</vt:lpstr>
      <vt:lpstr>Finding specific information</vt:lpstr>
      <vt:lpstr>Finding specific information</vt:lpstr>
      <vt:lpstr>Identifying opinion</vt:lpstr>
      <vt:lpstr>Types of questions</vt:lpstr>
      <vt:lpstr>Sentence completion</vt:lpstr>
      <vt:lpstr>Sentence completion</vt:lpstr>
      <vt:lpstr>Multiple choice</vt:lpstr>
      <vt:lpstr>Multiple choice</vt:lpstr>
      <vt:lpstr>Multiple choice</vt:lpstr>
      <vt:lpstr>Multiple choice</vt:lpstr>
      <vt:lpstr>You will be tested on:</vt:lpstr>
      <vt:lpstr>Keys skills to practice:</vt:lpstr>
      <vt:lpstr>Tips:</vt:lpstr>
      <vt:lpstr>Tips:</vt:lpstr>
      <vt:lpstr>Tips:</vt:lpstr>
      <vt:lpstr>Tips:</vt:lpstr>
      <vt:lpstr>Tips:</vt:lpstr>
      <vt:lpstr>Tips:</vt:lpstr>
      <vt:lpstr>Tips:</vt:lpstr>
      <vt:lpstr>Tips:</vt:lpstr>
      <vt:lpstr>Tips:</vt:lpstr>
      <vt:lpstr>Let’s take a look at a sample paper.</vt:lpstr>
      <vt:lpstr>First of all, read the instructions carefully…</vt:lpstr>
      <vt:lpstr>First of all, read the instructions carefully…</vt:lpstr>
      <vt:lpstr>Next, read the questions.</vt:lpstr>
      <vt:lpstr>Think about the key words.</vt:lpstr>
      <vt:lpstr>Which ones will stay the same? </vt:lpstr>
      <vt:lpstr>Which ones may change?</vt:lpstr>
      <vt:lpstr>Think about potential synonyms/paraphrasing</vt:lpstr>
      <vt:lpstr>Skim read the article</vt:lpstr>
      <vt:lpstr>Re-read question 1, then look for the synonyms</vt:lpstr>
      <vt:lpstr>Look for the answer…</vt:lpstr>
      <vt:lpstr>There it is…</vt:lpstr>
      <vt:lpstr>Remember the instructions!</vt:lpstr>
      <vt:lpstr>‘Like a tank’ or ‘A tank’ are acceptable…</vt:lpstr>
      <vt:lpstr>‘Like a tank on legs’ is not acceptable.</vt:lpstr>
      <vt:lpstr>Let’s try question 2…</vt:lpstr>
      <vt:lpstr>Look for the answer…</vt:lpstr>
      <vt:lpstr>There it is….</vt:lpstr>
      <vt:lpstr>Let’s try question 3…</vt:lpstr>
      <vt:lpstr>Remember, we’re looking for the ‘Black Rhino’, not the ‘White rhino’.</vt:lpstr>
      <vt:lpstr>Look for the answer…</vt:lpstr>
      <vt:lpstr>There it is….</vt:lpstr>
      <vt:lpstr>Let’s try question 4…</vt:lpstr>
      <vt:lpstr>Look for the answer…</vt:lpstr>
      <vt:lpstr>There it is….</vt:lpstr>
      <vt:lpstr>Any questions? </vt:lpstr>
      <vt:lpstr>We hope you enjoyed this free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Axe101 -</dc:creator>
  <cp:lastModifiedBy>Axe101 -</cp:lastModifiedBy>
  <cp:revision>2</cp:revision>
  <dcterms:created xsi:type="dcterms:W3CDTF">2021-10-14T05:50:56Z</dcterms:created>
  <dcterms:modified xsi:type="dcterms:W3CDTF">2021-10-14T11:41:56Z</dcterms:modified>
</cp:coreProperties>
</file>